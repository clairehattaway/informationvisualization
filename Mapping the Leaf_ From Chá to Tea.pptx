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9" r:id="rId4"/>
    <p:sldMasterId id="2147483700"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Lexend Light"/>
      <p:regular r:id="rId14"/>
      <p:bold r:id="rId15"/>
    </p:embeddedFont>
    <p:embeddedFont>
      <p:font typeface="Merriweather Light"/>
      <p:regular r:id="rId16"/>
      <p:bold r:id="rId17"/>
      <p:italic r:id="rId18"/>
      <p:boldItalic r:id="rId19"/>
    </p:embeddedFont>
    <p:embeddedFont>
      <p:font typeface="Lexend"/>
      <p:regular r:id="rId20"/>
      <p:bold r:id="rId21"/>
    </p:embeddedFont>
    <p:embeddedFont>
      <p:font typeface="Merriweather"/>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xend-regular.fntdata"/><Relationship Id="rId22" Type="http://schemas.openxmlformats.org/officeDocument/2006/relationships/font" Target="fonts/Merriweather-regular.fntdata"/><Relationship Id="rId21" Type="http://schemas.openxmlformats.org/officeDocument/2006/relationships/font" Target="fonts/Lexend-bold.fntdata"/><Relationship Id="rId24" Type="http://schemas.openxmlformats.org/officeDocument/2006/relationships/font" Target="fonts/Merriweather-italic.fntdata"/><Relationship Id="rId23" Type="http://schemas.openxmlformats.org/officeDocument/2006/relationships/font" Target="fonts/Merriweath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5" Type="http://schemas.openxmlformats.org/officeDocument/2006/relationships/font" Target="fonts/Merriweather-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LexendLight-bold.fntdata"/><Relationship Id="rId14" Type="http://schemas.openxmlformats.org/officeDocument/2006/relationships/font" Target="fonts/LexendLight-regular.fntdata"/><Relationship Id="rId17" Type="http://schemas.openxmlformats.org/officeDocument/2006/relationships/font" Target="fonts/MerriweatherLight-bold.fntdata"/><Relationship Id="rId16" Type="http://schemas.openxmlformats.org/officeDocument/2006/relationships/font" Target="fonts/MerriweatherLight-regular.fntdata"/><Relationship Id="rId19" Type="http://schemas.openxmlformats.org/officeDocument/2006/relationships/font" Target="fonts/MerriweatherLight-boldItalic.fntdata"/><Relationship Id="rId18" Type="http://schemas.openxmlformats.org/officeDocument/2006/relationships/font" Target="fonts/Merriweather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9aa14e6c8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9aa14e6c8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9aa14e6c87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9aa14e6c87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9aa14e6c87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9aa14e6c87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9aa14e6c87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9aa14e6c87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9aa14e6c87_0_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9aa14e6c87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9aa14e6c87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9aa14e6c87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9aa14e6c87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9aa14e6c87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Light"/>
              <a:ea typeface="Lexend Light"/>
              <a:cs typeface="Lexend Light"/>
              <a:sym typeface="Lexend Light"/>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5" name="Shape 95"/>
        <p:cNvGrpSpPr/>
        <p:nvPr/>
      </p:nvGrpSpPr>
      <p:grpSpPr>
        <a:xfrm>
          <a:off x="0" y="0"/>
          <a:ext cx="0" cy="0"/>
          <a:chOff x="0" y="0"/>
          <a:chExt cx="0" cy="0"/>
        </a:xfrm>
      </p:grpSpPr>
      <p:sp>
        <p:nvSpPr>
          <p:cNvPr id="96" name="Google Shape;96;p25"/>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7" name="Google Shape;97;p2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2" name="Google Shape;102;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3" name="Google Shape;103;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4" name="Shape 104"/>
        <p:cNvGrpSpPr/>
        <p:nvPr/>
      </p:nvGrpSpPr>
      <p:grpSpPr>
        <a:xfrm>
          <a:off x="0" y="0"/>
          <a:ext cx="0" cy="0"/>
          <a:chOff x="0" y="0"/>
          <a:chExt cx="0" cy="0"/>
        </a:xfrm>
      </p:grpSpPr>
      <p:sp>
        <p:nvSpPr>
          <p:cNvPr id="105" name="Google Shape;10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6" name="Google Shape;106;p26"/>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07" name="Google Shape;107;p26"/>
          <p:cNvSpPr/>
          <p:nvPr>
            <p:ph idx="2" type="pic"/>
          </p:nvPr>
        </p:nvSpPr>
        <p:spPr>
          <a:xfrm>
            <a:off x="4992024" y="1152775"/>
            <a:ext cx="3840300" cy="3416400"/>
          </a:xfrm>
          <a:prstGeom prst="rect">
            <a:avLst/>
          </a:prstGeom>
          <a:noFill/>
          <a:ln>
            <a:noFill/>
          </a:ln>
        </p:spPr>
      </p:sp>
      <p:sp>
        <p:nvSpPr>
          <p:cNvPr id="108" name="Google Shape;108;p2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09" name="Shape 109"/>
        <p:cNvGrpSpPr/>
        <p:nvPr/>
      </p:nvGrpSpPr>
      <p:grpSpPr>
        <a:xfrm>
          <a:off x="0" y="0"/>
          <a:ext cx="0" cy="0"/>
          <a:chOff x="0" y="0"/>
          <a:chExt cx="0" cy="0"/>
        </a:xfrm>
      </p:grpSpPr>
      <p:sp>
        <p:nvSpPr>
          <p:cNvPr id="110" name="Google Shape;110;p2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7"/>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2" name="Google Shape;112;p27"/>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3" name="Google Shape;113;p2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4" name="Google Shape;114;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5" name="Google Shape;115;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6" name="Shape 116"/>
        <p:cNvGrpSpPr/>
        <p:nvPr/>
      </p:nvGrpSpPr>
      <p:grpSpPr>
        <a:xfrm>
          <a:off x="0" y="0"/>
          <a:ext cx="0" cy="0"/>
          <a:chOff x="0" y="0"/>
          <a:chExt cx="0" cy="0"/>
        </a:xfrm>
      </p:grpSpPr>
      <p:sp>
        <p:nvSpPr>
          <p:cNvPr id="117" name="Google Shape;117;p2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8"/>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19" name="Google Shape;119;p2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20" name="Google Shape;120;p28"/>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21" name="Google Shape;121;p28"/>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2" name="Google Shape;122;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3" name="Google Shape;123;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4" name="Google Shape;124;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5" name="Shape 125"/>
        <p:cNvGrpSpPr/>
        <p:nvPr/>
      </p:nvGrpSpPr>
      <p:grpSpPr>
        <a:xfrm>
          <a:off x="0" y="0"/>
          <a:ext cx="0" cy="0"/>
          <a:chOff x="0" y="0"/>
          <a:chExt cx="0" cy="0"/>
        </a:xfrm>
      </p:grpSpPr>
      <p:sp>
        <p:nvSpPr>
          <p:cNvPr id="126" name="Google Shape;126;p2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29"/>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28" name="Google Shape;128;p2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29" name="Google Shape;129;p2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0" name="Google Shape;130;p2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131" name="Google Shape;131;p29"/>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2" name="Google Shape;132;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4" name="Google Shape;134;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5" name="Google Shape;135;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6" name="Shape 136"/>
        <p:cNvGrpSpPr/>
        <p:nvPr/>
      </p:nvGrpSpPr>
      <p:grpSpPr>
        <a:xfrm>
          <a:off x="0" y="0"/>
          <a:ext cx="0" cy="0"/>
          <a:chOff x="0" y="0"/>
          <a:chExt cx="0" cy="0"/>
        </a:xfrm>
      </p:grpSpPr>
      <p:sp>
        <p:nvSpPr>
          <p:cNvPr id="137" name="Google Shape;137;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8" name="Google Shape;138;p3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40" name="Shape 140"/>
        <p:cNvGrpSpPr/>
        <p:nvPr/>
      </p:nvGrpSpPr>
      <p:grpSpPr>
        <a:xfrm>
          <a:off x="0" y="0"/>
          <a:ext cx="0" cy="0"/>
          <a:chOff x="0" y="0"/>
          <a:chExt cx="0" cy="0"/>
        </a:xfrm>
      </p:grpSpPr>
      <p:sp>
        <p:nvSpPr>
          <p:cNvPr id="141" name="Google Shape;141;p31"/>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2" name="Google Shape;142;p31"/>
          <p:cNvSpPr/>
          <p:nvPr>
            <p:ph idx="2" type="pic"/>
          </p:nvPr>
        </p:nvSpPr>
        <p:spPr>
          <a:xfrm>
            <a:off x="4804825" y="1133300"/>
            <a:ext cx="4027500" cy="2392800"/>
          </a:xfrm>
          <a:prstGeom prst="rect">
            <a:avLst/>
          </a:prstGeom>
          <a:noFill/>
          <a:ln>
            <a:noFill/>
          </a:ln>
        </p:spPr>
      </p:sp>
      <p:sp>
        <p:nvSpPr>
          <p:cNvPr id="143" name="Google Shape;143;p31"/>
          <p:cNvSpPr/>
          <p:nvPr>
            <p:ph idx="3" type="pic"/>
          </p:nvPr>
        </p:nvSpPr>
        <p:spPr>
          <a:xfrm>
            <a:off x="311725" y="1133300"/>
            <a:ext cx="4027500" cy="2392800"/>
          </a:xfrm>
          <a:prstGeom prst="rect">
            <a:avLst/>
          </a:prstGeom>
          <a:noFill/>
          <a:ln>
            <a:noFill/>
          </a:ln>
        </p:spPr>
      </p:sp>
      <p:sp>
        <p:nvSpPr>
          <p:cNvPr id="144" name="Google Shape;144;p3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5" name="Google Shape;145;p3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7" name="Google Shape;147;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8" name="Google Shape;148;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9" name="Shape 149"/>
        <p:cNvGrpSpPr/>
        <p:nvPr/>
      </p:nvGrpSpPr>
      <p:grpSpPr>
        <a:xfrm>
          <a:off x="0" y="0"/>
          <a:ext cx="0" cy="0"/>
          <a:chOff x="0" y="0"/>
          <a:chExt cx="0" cy="0"/>
        </a:xfrm>
      </p:grpSpPr>
      <p:sp>
        <p:nvSpPr>
          <p:cNvPr id="150" name="Google Shape;150;p32"/>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1" name="Google Shape;151;p32"/>
          <p:cNvSpPr/>
          <p:nvPr>
            <p:ph idx="2" type="pic"/>
          </p:nvPr>
        </p:nvSpPr>
        <p:spPr>
          <a:xfrm>
            <a:off x="6205225" y="1128325"/>
            <a:ext cx="2627100" cy="2273100"/>
          </a:xfrm>
          <a:prstGeom prst="rect">
            <a:avLst/>
          </a:prstGeom>
          <a:noFill/>
          <a:ln>
            <a:noFill/>
          </a:ln>
        </p:spPr>
      </p:sp>
      <p:sp>
        <p:nvSpPr>
          <p:cNvPr id="152" name="Google Shape;152;p32"/>
          <p:cNvSpPr/>
          <p:nvPr>
            <p:ph idx="3" type="pic"/>
          </p:nvPr>
        </p:nvSpPr>
        <p:spPr>
          <a:xfrm>
            <a:off x="311725" y="1128325"/>
            <a:ext cx="2627100" cy="2273100"/>
          </a:xfrm>
          <a:prstGeom prst="rect">
            <a:avLst/>
          </a:prstGeom>
          <a:noFill/>
          <a:ln>
            <a:noFill/>
          </a:ln>
        </p:spPr>
      </p:sp>
      <p:sp>
        <p:nvSpPr>
          <p:cNvPr id="153" name="Google Shape;153;p3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2"/>
          <p:cNvSpPr/>
          <p:nvPr>
            <p:ph idx="5" type="pic"/>
          </p:nvPr>
        </p:nvSpPr>
        <p:spPr>
          <a:xfrm>
            <a:off x="3255250" y="1128325"/>
            <a:ext cx="2627100" cy="2273100"/>
          </a:xfrm>
          <a:prstGeom prst="rect">
            <a:avLst/>
          </a:prstGeom>
          <a:noFill/>
          <a:ln>
            <a:noFill/>
          </a:ln>
        </p:spPr>
      </p:sp>
      <p:sp>
        <p:nvSpPr>
          <p:cNvPr id="155" name="Google Shape;155;p3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6" name="Google Shape;156;p3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58" name="Google Shape;158;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9" name="Google Shape;159;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0" name="Google Shape;160;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61" name="Shape 161"/>
        <p:cNvGrpSpPr/>
        <p:nvPr/>
      </p:nvGrpSpPr>
      <p:grpSpPr>
        <a:xfrm>
          <a:off x="0" y="0"/>
          <a:ext cx="0" cy="0"/>
          <a:chOff x="0" y="0"/>
          <a:chExt cx="0" cy="0"/>
        </a:xfrm>
      </p:grpSpPr>
      <p:sp>
        <p:nvSpPr>
          <p:cNvPr id="162" name="Google Shape;162;p33"/>
          <p:cNvSpPr/>
          <p:nvPr>
            <p:ph idx="2" type="pic"/>
          </p:nvPr>
        </p:nvSpPr>
        <p:spPr>
          <a:xfrm>
            <a:off x="311700" y="445025"/>
            <a:ext cx="8520600" cy="4218300"/>
          </a:xfrm>
          <a:prstGeom prst="rect">
            <a:avLst/>
          </a:prstGeom>
          <a:noFill/>
          <a:ln>
            <a:noFill/>
          </a:ln>
        </p:spPr>
      </p:sp>
      <p:sp>
        <p:nvSpPr>
          <p:cNvPr id="163" name="Google Shape;163;p3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4" name="Shape 164"/>
        <p:cNvGrpSpPr/>
        <p:nvPr/>
      </p:nvGrpSpPr>
      <p:grpSpPr>
        <a:xfrm>
          <a:off x="0" y="0"/>
          <a:ext cx="0" cy="0"/>
          <a:chOff x="0" y="0"/>
          <a:chExt cx="0" cy="0"/>
        </a:xfrm>
      </p:grpSpPr>
      <p:sp>
        <p:nvSpPr>
          <p:cNvPr id="165" name="Google Shape;165;p3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34"/>
          <p:cNvSpPr/>
          <p:nvPr>
            <p:ph idx="2" type="pic"/>
          </p:nvPr>
        </p:nvSpPr>
        <p:spPr>
          <a:xfrm>
            <a:off x="3389600" y="118913"/>
            <a:ext cx="1643700" cy="1535100"/>
          </a:xfrm>
          <a:prstGeom prst="rect">
            <a:avLst/>
          </a:prstGeom>
          <a:noFill/>
          <a:ln>
            <a:noFill/>
          </a:ln>
        </p:spPr>
      </p:sp>
      <p:sp>
        <p:nvSpPr>
          <p:cNvPr id="167" name="Google Shape;167;p34"/>
          <p:cNvSpPr/>
          <p:nvPr>
            <p:ph idx="3" type="pic"/>
          </p:nvPr>
        </p:nvSpPr>
        <p:spPr>
          <a:xfrm>
            <a:off x="5195935" y="118913"/>
            <a:ext cx="1643700" cy="1535100"/>
          </a:xfrm>
          <a:prstGeom prst="rect">
            <a:avLst/>
          </a:prstGeom>
          <a:noFill/>
          <a:ln>
            <a:noFill/>
          </a:ln>
        </p:spPr>
      </p:sp>
      <p:sp>
        <p:nvSpPr>
          <p:cNvPr id="168" name="Google Shape;168;p34"/>
          <p:cNvSpPr/>
          <p:nvPr>
            <p:ph idx="4" type="pic"/>
          </p:nvPr>
        </p:nvSpPr>
        <p:spPr>
          <a:xfrm>
            <a:off x="7002270" y="118913"/>
            <a:ext cx="1643700" cy="1535100"/>
          </a:xfrm>
          <a:prstGeom prst="rect">
            <a:avLst/>
          </a:prstGeom>
          <a:noFill/>
          <a:ln>
            <a:noFill/>
          </a:ln>
        </p:spPr>
      </p:sp>
      <p:sp>
        <p:nvSpPr>
          <p:cNvPr id="169" name="Google Shape;169;p34"/>
          <p:cNvSpPr/>
          <p:nvPr>
            <p:ph idx="5" type="pic"/>
          </p:nvPr>
        </p:nvSpPr>
        <p:spPr>
          <a:xfrm>
            <a:off x="3389588" y="1804212"/>
            <a:ext cx="1643700" cy="1535100"/>
          </a:xfrm>
          <a:prstGeom prst="rect">
            <a:avLst/>
          </a:prstGeom>
          <a:noFill/>
          <a:ln>
            <a:noFill/>
          </a:ln>
        </p:spPr>
      </p:sp>
      <p:sp>
        <p:nvSpPr>
          <p:cNvPr id="170" name="Google Shape;170;p34"/>
          <p:cNvSpPr/>
          <p:nvPr>
            <p:ph idx="6" type="pic"/>
          </p:nvPr>
        </p:nvSpPr>
        <p:spPr>
          <a:xfrm>
            <a:off x="5195922" y="1804212"/>
            <a:ext cx="1643700" cy="1535100"/>
          </a:xfrm>
          <a:prstGeom prst="rect">
            <a:avLst/>
          </a:prstGeom>
          <a:noFill/>
          <a:ln>
            <a:noFill/>
          </a:ln>
        </p:spPr>
      </p:sp>
      <p:sp>
        <p:nvSpPr>
          <p:cNvPr id="171" name="Google Shape;171;p34"/>
          <p:cNvSpPr/>
          <p:nvPr>
            <p:ph idx="7" type="pic"/>
          </p:nvPr>
        </p:nvSpPr>
        <p:spPr>
          <a:xfrm>
            <a:off x="7002257" y="1804212"/>
            <a:ext cx="1643700" cy="1535100"/>
          </a:xfrm>
          <a:prstGeom prst="rect">
            <a:avLst/>
          </a:prstGeom>
          <a:noFill/>
          <a:ln>
            <a:noFill/>
          </a:ln>
        </p:spPr>
      </p:sp>
      <p:sp>
        <p:nvSpPr>
          <p:cNvPr id="172" name="Google Shape;172;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73" name="Google Shape;173;p34"/>
          <p:cNvSpPr/>
          <p:nvPr>
            <p:ph idx="8" type="pic"/>
          </p:nvPr>
        </p:nvSpPr>
        <p:spPr>
          <a:xfrm>
            <a:off x="3389588" y="3489487"/>
            <a:ext cx="1643700" cy="1535100"/>
          </a:xfrm>
          <a:prstGeom prst="rect">
            <a:avLst/>
          </a:prstGeom>
          <a:noFill/>
          <a:ln>
            <a:noFill/>
          </a:ln>
        </p:spPr>
      </p:sp>
      <p:sp>
        <p:nvSpPr>
          <p:cNvPr id="174" name="Google Shape;174;p34"/>
          <p:cNvSpPr/>
          <p:nvPr>
            <p:ph idx="9" type="pic"/>
          </p:nvPr>
        </p:nvSpPr>
        <p:spPr>
          <a:xfrm>
            <a:off x="5195922" y="3489487"/>
            <a:ext cx="1643700" cy="1535100"/>
          </a:xfrm>
          <a:prstGeom prst="rect">
            <a:avLst/>
          </a:prstGeom>
          <a:noFill/>
          <a:ln>
            <a:noFill/>
          </a:ln>
        </p:spPr>
      </p:sp>
      <p:sp>
        <p:nvSpPr>
          <p:cNvPr id="175" name="Google Shape;175;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type="title">
  <p:cSld name="TITLE">
    <p:spTree>
      <p:nvGrpSpPr>
        <p:cNvPr id="176" name="Shape 176"/>
        <p:cNvGrpSpPr/>
        <p:nvPr/>
      </p:nvGrpSpPr>
      <p:grpSpPr>
        <a:xfrm>
          <a:off x="0" y="0"/>
          <a:ext cx="0" cy="0"/>
          <a:chOff x="0" y="0"/>
          <a:chExt cx="0" cy="0"/>
        </a:xfrm>
      </p:grpSpPr>
      <p:sp>
        <p:nvSpPr>
          <p:cNvPr id="177" name="Google Shape;177;p35"/>
          <p:cNvSpPr/>
          <p:nvPr>
            <p:ph idx="2" type="pic"/>
          </p:nvPr>
        </p:nvSpPr>
        <p:spPr>
          <a:xfrm>
            <a:off x="0" y="1693150"/>
            <a:ext cx="4494900" cy="2755800"/>
          </a:xfrm>
          <a:prstGeom prst="rect">
            <a:avLst/>
          </a:prstGeom>
          <a:noFill/>
          <a:ln>
            <a:noFill/>
          </a:ln>
        </p:spPr>
      </p:sp>
      <p:sp>
        <p:nvSpPr>
          <p:cNvPr id="178" name="Google Shape;178;p35"/>
          <p:cNvSpPr txBox="1"/>
          <p:nvPr/>
        </p:nvSpPr>
        <p:spPr>
          <a:xfrm>
            <a:off x="0" y="-125188"/>
            <a:ext cx="9144000" cy="1525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sz="11800">
              <a:latin typeface="Merriweather Light"/>
              <a:ea typeface="Merriweather Light"/>
              <a:cs typeface="Merriweather Light"/>
              <a:sym typeface="Merriweather Light"/>
            </a:endParaRPr>
          </a:p>
        </p:txBody>
      </p:sp>
      <p:sp>
        <p:nvSpPr>
          <p:cNvPr id="179" name="Google Shape;179;p35"/>
          <p:cNvSpPr txBox="1"/>
          <p:nvPr>
            <p:ph idx="1" type="subTitle"/>
          </p:nvPr>
        </p:nvSpPr>
        <p:spPr>
          <a:xfrm>
            <a:off x="4658775" y="4015525"/>
            <a:ext cx="4256400" cy="8994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3000"/>
              <a:buFont typeface="Merriweather Light"/>
              <a:buNone/>
              <a:defRPr sz="3000">
                <a:latin typeface="Merriweather Light"/>
                <a:ea typeface="Merriweather Light"/>
                <a:cs typeface="Merriweather Light"/>
                <a:sym typeface="Merriweather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 name="Google Shape;180;p35"/>
          <p:cNvSpPr txBox="1"/>
          <p:nvPr>
            <p:ph idx="3" type="body"/>
          </p:nvPr>
        </p:nvSpPr>
        <p:spPr>
          <a:xfrm>
            <a:off x="4658775" y="2585350"/>
            <a:ext cx="4278600" cy="8028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Char char="●"/>
              <a:defRPr>
                <a:solidFill>
                  <a:schemeClr val="dk2"/>
                </a:solidFill>
              </a:defRPr>
            </a:lvl1pPr>
            <a:lvl2pPr indent="-285750" lvl="1" marL="914400">
              <a:spcBef>
                <a:spcPts val="0"/>
              </a:spcBef>
              <a:spcAft>
                <a:spcPts val="0"/>
              </a:spcAft>
              <a:buClr>
                <a:schemeClr val="dk2"/>
              </a:buClr>
              <a:buSzPts val="900"/>
              <a:buChar char="○"/>
              <a:defRPr>
                <a:solidFill>
                  <a:schemeClr val="dk2"/>
                </a:solidFill>
              </a:defRPr>
            </a:lvl2pPr>
            <a:lvl3pPr indent="-285750" lvl="2" marL="1371600">
              <a:spcBef>
                <a:spcPts val="0"/>
              </a:spcBef>
              <a:spcAft>
                <a:spcPts val="0"/>
              </a:spcAft>
              <a:buClr>
                <a:schemeClr val="dk2"/>
              </a:buClr>
              <a:buSzPts val="900"/>
              <a:buChar char="■"/>
              <a:defRPr>
                <a:solidFill>
                  <a:schemeClr val="dk2"/>
                </a:solidFill>
              </a:defRPr>
            </a:lvl3pPr>
            <a:lvl4pPr indent="-285750" lvl="3" marL="1828800">
              <a:spcBef>
                <a:spcPts val="0"/>
              </a:spcBef>
              <a:spcAft>
                <a:spcPts val="0"/>
              </a:spcAft>
              <a:buClr>
                <a:schemeClr val="dk2"/>
              </a:buClr>
              <a:buSzPts val="900"/>
              <a:buChar char="●"/>
              <a:defRPr>
                <a:solidFill>
                  <a:schemeClr val="dk2"/>
                </a:solidFill>
              </a:defRPr>
            </a:lvl4pPr>
            <a:lvl5pPr indent="-285750" lvl="4" marL="2286000">
              <a:spcBef>
                <a:spcPts val="0"/>
              </a:spcBef>
              <a:spcAft>
                <a:spcPts val="0"/>
              </a:spcAft>
              <a:buClr>
                <a:schemeClr val="dk2"/>
              </a:buClr>
              <a:buSzPts val="900"/>
              <a:buChar char="○"/>
              <a:defRPr>
                <a:solidFill>
                  <a:schemeClr val="dk2"/>
                </a:solidFill>
              </a:defRPr>
            </a:lvl5pPr>
            <a:lvl6pPr indent="-285750" lvl="5" marL="2743200">
              <a:spcBef>
                <a:spcPts val="0"/>
              </a:spcBef>
              <a:spcAft>
                <a:spcPts val="0"/>
              </a:spcAft>
              <a:buClr>
                <a:schemeClr val="dk2"/>
              </a:buClr>
              <a:buSzPts val="900"/>
              <a:buChar char="■"/>
              <a:defRPr>
                <a:solidFill>
                  <a:schemeClr val="dk2"/>
                </a:solidFill>
              </a:defRPr>
            </a:lvl6pPr>
            <a:lvl7pPr indent="-285750" lvl="6" marL="3200400">
              <a:spcBef>
                <a:spcPts val="0"/>
              </a:spcBef>
              <a:spcAft>
                <a:spcPts val="0"/>
              </a:spcAft>
              <a:buClr>
                <a:schemeClr val="dk2"/>
              </a:buClr>
              <a:buSzPts val="900"/>
              <a:buChar char="●"/>
              <a:defRPr>
                <a:solidFill>
                  <a:schemeClr val="dk2"/>
                </a:solidFill>
              </a:defRPr>
            </a:lvl7pPr>
            <a:lvl8pPr indent="-285750" lvl="7" marL="3657600">
              <a:spcBef>
                <a:spcPts val="0"/>
              </a:spcBef>
              <a:spcAft>
                <a:spcPts val="0"/>
              </a:spcAft>
              <a:buClr>
                <a:schemeClr val="dk2"/>
              </a:buClr>
              <a:buSzPts val="900"/>
              <a:buChar char="○"/>
              <a:defRPr>
                <a:solidFill>
                  <a:schemeClr val="dk2"/>
                </a:solidFill>
              </a:defRPr>
            </a:lvl8pPr>
            <a:lvl9pPr indent="-285750" lvl="8" marL="4114800">
              <a:spcBef>
                <a:spcPts val="0"/>
              </a:spcBef>
              <a:spcAft>
                <a:spcPts val="0"/>
              </a:spcAft>
              <a:buClr>
                <a:schemeClr val="dk2"/>
              </a:buClr>
              <a:buSzPts val="900"/>
              <a:buChar char="■"/>
              <a:defRPr>
                <a:solidFill>
                  <a:schemeClr val="dk2"/>
                </a:solidFill>
              </a:defRPr>
            </a:lvl9pPr>
          </a:lstStyle>
          <a:p/>
        </p:txBody>
      </p:sp>
      <p:sp>
        <p:nvSpPr>
          <p:cNvPr id="181" name="Google Shape;181;p35"/>
          <p:cNvSpPr txBox="1"/>
          <p:nvPr>
            <p:ph type="title"/>
          </p:nvPr>
        </p:nvSpPr>
        <p:spPr>
          <a:xfrm>
            <a:off x="0" y="-204100"/>
            <a:ext cx="9144000" cy="1687500"/>
          </a:xfrm>
          <a:prstGeom prst="rect">
            <a:avLst/>
          </a:prstGeom>
        </p:spPr>
        <p:txBody>
          <a:bodyPr anchorCtr="0" anchor="t" bIns="91425" lIns="91425" spcFirstLastPara="1" rIns="91425" wrap="square" tIns="91425">
            <a:noAutofit/>
          </a:bodyPr>
          <a:lstStyle>
            <a:lvl1pPr lvl="0">
              <a:spcBef>
                <a:spcPts val="0"/>
              </a:spcBef>
              <a:spcAft>
                <a:spcPts val="0"/>
              </a:spcAft>
              <a:buSzPts val="11800"/>
              <a:buFont typeface="Merriweather Light"/>
              <a:buNone/>
              <a:defRPr sz="11800"/>
            </a:lvl1pPr>
            <a:lvl2pPr lvl="1">
              <a:spcBef>
                <a:spcPts val="0"/>
              </a:spcBef>
              <a:spcAft>
                <a:spcPts val="0"/>
              </a:spcAft>
              <a:buSzPts val="11800"/>
              <a:buFont typeface="Merriweather Light"/>
              <a:buNone/>
              <a:defRPr sz="11800"/>
            </a:lvl2pPr>
            <a:lvl3pPr lvl="2">
              <a:spcBef>
                <a:spcPts val="0"/>
              </a:spcBef>
              <a:spcAft>
                <a:spcPts val="0"/>
              </a:spcAft>
              <a:buSzPts val="11800"/>
              <a:buFont typeface="Merriweather Light"/>
              <a:buNone/>
              <a:defRPr sz="11800"/>
            </a:lvl3pPr>
            <a:lvl4pPr lvl="3">
              <a:spcBef>
                <a:spcPts val="0"/>
              </a:spcBef>
              <a:spcAft>
                <a:spcPts val="0"/>
              </a:spcAft>
              <a:buSzPts val="11800"/>
              <a:buFont typeface="Merriweather Light"/>
              <a:buNone/>
              <a:defRPr sz="11800"/>
            </a:lvl4pPr>
            <a:lvl5pPr lvl="4">
              <a:spcBef>
                <a:spcPts val="0"/>
              </a:spcBef>
              <a:spcAft>
                <a:spcPts val="0"/>
              </a:spcAft>
              <a:buSzPts val="11800"/>
              <a:buFont typeface="Merriweather Light"/>
              <a:buNone/>
              <a:defRPr sz="11800"/>
            </a:lvl5pPr>
            <a:lvl6pPr lvl="5">
              <a:spcBef>
                <a:spcPts val="0"/>
              </a:spcBef>
              <a:spcAft>
                <a:spcPts val="0"/>
              </a:spcAft>
              <a:buSzPts val="11800"/>
              <a:buFont typeface="Merriweather Light"/>
              <a:buNone/>
              <a:defRPr sz="11800"/>
            </a:lvl6pPr>
            <a:lvl7pPr lvl="6">
              <a:spcBef>
                <a:spcPts val="0"/>
              </a:spcBef>
              <a:spcAft>
                <a:spcPts val="0"/>
              </a:spcAft>
              <a:buSzPts val="11800"/>
              <a:buFont typeface="Merriweather Light"/>
              <a:buNone/>
              <a:defRPr sz="11800"/>
            </a:lvl7pPr>
            <a:lvl8pPr lvl="7">
              <a:spcBef>
                <a:spcPts val="0"/>
              </a:spcBef>
              <a:spcAft>
                <a:spcPts val="0"/>
              </a:spcAft>
              <a:buSzPts val="11800"/>
              <a:buFont typeface="Merriweather Light"/>
              <a:buNone/>
              <a:defRPr sz="11800"/>
            </a:lvl8pPr>
            <a:lvl9pPr lvl="8">
              <a:spcBef>
                <a:spcPts val="0"/>
              </a:spcBef>
              <a:spcAft>
                <a:spcPts val="0"/>
              </a:spcAft>
              <a:buSzPts val="11800"/>
              <a:buFont typeface="Merriweather Light"/>
              <a:buNone/>
              <a:defRPr sz="11800"/>
            </a:lvl9pPr>
          </a:lstStyle>
          <a:p/>
        </p:txBody>
      </p:sp>
      <p:sp>
        <p:nvSpPr>
          <p:cNvPr id="182" name="Google Shape;182;p35"/>
          <p:cNvSpPr txBox="1"/>
          <p:nvPr>
            <p:ph idx="4" type="body"/>
          </p:nvPr>
        </p:nvSpPr>
        <p:spPr>
          <a:xfrm>
            <a:off x="228600" y="4597400"/>
            <a:ext cx="3150000" cy="31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ivider" type="secHead">
  <p:cSld name="SECTION_HEADER">
    <p:spTree>
      <p:nvGrpSpPr>
        <p:cNvPr id="183" name="Shape 183"/>
        <p:cNvGrpSpPr/>
        <p:nvPr/>
      </p:nvGrpSpPr>
      <p:grpSpPr>
        <a:xfrm>
          <a:off x="0" y="0"/>
          <a:ext cx="0" cy="0"/>
          <a:chOff x="0" y="0"/>
          <a:chExt cx="0" cy="0"/>
        </a:xfrm>
      </p:grpSpPr>
      <p:sp>
        <p:nvSpPr>
          <p:cNvPr id="184" name="Google Shape;184;p36"/>
          <p:cNvSpPr/>
          <p:nvPr>
            <p:ph idx="2" type="pic"/>
          </p:nvPr>
        </p:nvSpPr>
        <p:spPr>
          <a:xfrm>
            <a:off x="0" y="0"/>
            <a:ext cx="8583300" cy="3954600"/>
          </a:xfrm>
          <a:prstGeom prst="rect">
            <a:avLst/>
          </a:prstGeom>
          <a:noFill/>
          <a:ln>
            <a:noFill/>
          </a:ln>
        </p:spPr>
      </p:sp>
      <p:sp>
        <p:nvSpPr>
          <p:cNvPr id="185" name="Google Shape;185;p36"/>
          <p:cNvSpPr txBox="1"/>
          <p:nvPr>
            <p:ph type="title"/>
          </p:nvPr>
        </p:nvSpPr>
        <p:spPr>
          <a:xfrm>
            <a:off x="228600" y="4076300"/>
            <a:ext cx="8354700" cy="1067400"/>
          </a:xfrm>
          <a:prstGeom prst="rect">
            <a:avLst/>
          </a:prstGeom>
        </p:spPr>
        <p:txBody>
          <a:bodyPr anchorCtr="0" anchor="t" bIns="91425" lIns="91425" spcFirstLastPara="1" rIns="91425" wrap="square" tIns="91425">
            <a:normAutofit/>
          </a:bodyPr>
          <a:lstStyle>
            <a:lvl1pPr lvl="0">
              <a:spcBef>
                <a:spcPts val="0"/>
              </a:spcBef>
              <a:spcAft>
                <a:spcPts val="0"/>
              </a:spcAft>
              <a:buSzPts val="7200"/>
              <a:buFont typeface="Merriweather Light"/>
              <a:buNone/>
              <a:defRPr sz="7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86" name="Google Shape;186;p36"/>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187" name="Google Shape;187;p36"/>
          <p:cNvSpPr txBox="1"/>
          <p:nvPr>
            <p:ph idx="3"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88" name="Google Shape;188;p36"/>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189" name="Google Shape;189;p36"/>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rvices / Clients" type="tx">
  <p:cSld name="TITLE_AND_BODY">
    <p:spTree>
      <p:nvGrpSpPr>
        <p:cNvPr id="190" name="Shape 190"/>
        <p:cNvGrpSpPr/>
        <p:nvPr/>
      </p:nvGrpSpPr>
      <p:grpSpPr>
        <a:xfrm>
          <a:off x="0" y="0"/>
          <a:ext cx="0" cy="0"/>
          <a:chOff x="0" y="0"/>
          <a:chExt cx="0" cy="0"/>
        </a:xfrm>
      </p:grpSpPr>
      <p:cxnSp>
        <p:nvCxnSpPr>
          <p:cNvPr id="191" name="Google Shape;191;p37"/>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192" name="Google Shape;192;p37"/>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193" name="Google Shape;193;p37"/>
          <p:cNvSpPr txBox="1"/>
          <p:nvPr>
            <p:ph idx="2"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194" name="Google Shape;194;p37"/>
          <p:cNvSpPr txBox="1"/>
          <p:nvPr>
            <p:ph idx="3"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195" name="Google Shape;195;p37"/>
          <p:cNvSpPr txBox="1"/>
          <p:nvPr>
            <p:ph idx="4"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196" name="Google Shape;196;p37"/>
          <p:cNvSpPr txBox="1"/>
          <p:nvPr>
            <p:ph idx="5" type="title"/>
          </p:nvPr>
        </p:nvSpPr>
        <p:spPr>
          <a:xfrm>
            <a:off x="228600" y="516850"/>
            <a:ext cx="7619700" cy="5097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Merriweather"/>
              <a:buNone/>
              <a:defRPr>
                <a:latin typeface="Merriweather"/>
                <a:ea typeface="Merriweather"/>
                <a:cs typeface="Merriweather"/>
                <a:sym typeface="Merriweather"/>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97" name="Google Shape;197;p37"/>
          <p:cNvCxnSpPr/>
          <p:nvPr/>
        </p:nvCxnSpPr>
        <p:spPr>
          <a:xfrm>
            <a:off x="0" y="221285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198" name="Google Shape;198;p37"/>
          <p:cNvCxnSpPr/>
          <p:nvPr/>
        </p:nvCxnSpPr>
        <p:spPr>
          <a:xfrm>
            <a:off x="-125" y="4914900"/>
            <a:ext cx="8586300" cy="0"/>
          </a:xfrm>
          <a:prstGeom prst="straightConnector1">
            <a:avLst/>
          </a:prstGeom>
          <a:noFill/>
          <a:ln cap="flat" cmpd="sng" w="9525">
            <a:solidFill>
              <a:schemeClr val="accent1"/>
            </a:solidFill>
            <a:prstDash val="solid"/>
            <a:round/>
            <a:headEnd len="med" w="med" type="none"/>
            <a:tailEnd len="med" w="med" type="none"/>
          </a:ln>
        </p:spPr>
      </p:cxnSp>
      <p:sp>
        <p:nvSpPr>
          <p:cNvPr id="199" name="Google Shape;199;p37"/>
          <p:cNvSpPr txBox="1"/>
          <p:nvPr>
            <p:ph idx="1" type="subTitle"/>
          </p:nvPr>
        </p:nvSpPr>
        <p:spPr>
          <a:xfrm>
            <a:off x="228600" y="2353775"/>
            <a:ext cx="2203500" cy="217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Merriweath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37"/>
          <p:cNvSpPr txBox="1"/>
          <p:nvPr>
            <p:ph idx="6" type="subTitle"/>
          </p:nvPr>
        </p:nvSpPr>
        <p:spPr>
          <a:xfrm>
            <a:off x="3558200" y="2353775"/>
            <a:ext cx="2037900" cy="2178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Merriweath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37"/>
          <p:cNvSpPr txBox="1"/>
          <p:nvPr>
            <p:ph idx="7" type="body"/>
          </p:nvPr>
        </p:nvSpPr>
        <p:spPr>
          <a:xfrm>
            <a:off x="229900" y="3034400"/>
            <a:ext cx="3148800" cy="17739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202" name="Google Shape;202;p37"/>
          <p:cNvSpPr txBox="1"/>
          <p:nvPr>
            <p:ph idx="8" type="body"/>
          </p:nvPr>
        </p:nvSpPr>
        <p:spPr>
          <a:xfrm>
            <a:off x="3558200" y="3034400"/>
            <a:ext cx="3148800" cy="17739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
    <p:spTree>
      <p:nvGrpSpPr>
        <p:cNvPr id="203" name="Shape 203"/>
        <p:cNvGrpSpPr/>
        <p:nvPr/>
      </p:nvGrpSpPr>
      <p:grpSpPr>
        <a:xfrm>
          <a:off x="0" y="0"/>
          <a:ext cx="0" cy="0"/>
          <a:chOff x="0" y="0"/>
          <a:chExt cx="0" cy="0"/>
        </a:xfrm>
      </p:grpSpPr>
      <p:cxnSp>
        <p:nvCxnSpPr>
          <p:cNvPr id="204" name="Google Shape;204;p38"/>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05" name="Google Shape;205;p38"/>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06" name="Google Shape;206;p38"/>
          <p:cNvSpPr txBox="1"/>
          <p:nvPr>
            <p:ph idx="2"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07" name="Google Shape;207;p38"/>
          <p:cNvSpPr txBox="1"/>
          <p:nvPr>
            <p:ph idx="3"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slide" type="twoColTx">
  <p:cSld name="TITLE_AND_TWO_COLUMNS">
    <p:spTree>
      <p:nvGrpSpPr>
        <p:cNvPr id="208" name="Shape 208"/>
        <p:cNvGrpSpPr/>
        <p:nvPr/>
      </p:nvGrpSpPr>
      <p:grpSpPr>
        <a:xfrm>
          <a:off x="0" y="0"/>
          <a:ext cx="0" cy="0"/>
          <a:chOff x="0" y="0"/>
          <a:chExt cx="0" cy="0"/>
        </a:xfrm>
      </p:grpSpPr>
      <p:sp>
        <p:nvSpPr>
          <p:cNvPr id="209" name="Google Shape;209;p39"/>
          <p:cNvSpPr/>
          <p:nvPr>
            <p:ph idx="2" type="pic"/>
          </p:nvPr>
        </p:nvSpPr>
        <p:spPr>
          <a:xfrm>
            <a:off x="3558200" y="213800"/>
            <a:ext cx="5025000" cy="2358000"/>
          </a:xfrm>
          <a:prstGeom prst="rect">
            <a:avLst/>
          </a:prstGeom>
          <a:noFill/>
          <a:ln>
            <a:noFill/>
          </a:ln>
        </p:spPr>
      </p:sp>
      <p:sp>
        <p:nvSpPr>
          <p:cNvPr id="210" name="Google Shape;210;p39"/>
          <p:cNvSpPr/>
          <p:nvPr>
            <p:ph idx="3" type="pic"/>
          </p:nvPr>
        </p:nvSpPr>
        <p:spPr>
          <a:xfrm>
            <a:off x="3557075" y="2571750"/>
            <a:ext cx="5025000" cy="2343300"/>
          </a:xfrm>
          <a:prstGeom prst="rect">
            <a:avLst/>
          </a:prstGeom>
          <a:noFill/>
          <a:ln>
            <a:noFill/>
          </a:ln>
        </p:spPr>
      </p:sp>
      <p:cxnSp>
        <p:nvCxnSpPr>
          <p:cNvPr id="211" name="Google Shape;211;p39"/>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12" name="Google Shape;212;p39"/>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13" name="Google Shape;213;p39"/>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14" name="Google Shape;214;p39"/>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15" name="Google Shape;215;p39"/>
          <p:cNvSpPr txBox="1"/>
          <p:nvPr>
            <p:ph idx="6"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216" name="Google Shape;216;p39"/>
          <p:cNvSpPr txBox="1"/>
          <p:nvPr>
            <p:ph idx="7" type="title"/>
          </p:nvPr>
        </p:nvSpPr>
        <p:spPr>
          <a:xfrm>
            <a:off x="231325" y="1403700"/>
            <a:ext cx="3147300" cy="1167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Light"/>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7" name="Google Shape;217;p39"/>
          <p:cNvSpPr txBox="1"/>
          <p:nvPr>
            <p:ph idx="1" type="body"/>
          </p:nvPr>
        </p:nvSpPr>
        <p:spPr>
          <a:xfrm>
            <a:off x="229125" y="2572475"/>
            <a:ext cx="3149400" cy="17547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with captions" type="titleOnly">
  <p:cSld name="TITLE_ONLY">
    <p:spTree>
      <p:nvGrpSpPr>
        <p:cNvPr id="218" name="Shape 218"/>
        <p:cNvGrpSpPr/>
        <p:nvPr/>
      </p:nvGrpSpPr>
      <p:grpSpPr>
        <a:xfrm>
          <a:off x="0" y="0"/>
          <a:ext cx="0" cy="0"/>
          <a:chOff x="0" y="0"/>
          <a:chExt cx="0" cy="0"/>
        </a:xfrm>
      </p:grpSpPr>
      <p:sp>
        <p:nvSpPr>
          <p:cNvPr id="219" name="Google Shape;219;p40"/>
          <p:cNvSpPr/>
          <p:nvPr>
            <p:ph idx="2" type="pic"/>
          </p:nvPr>
        </p:nvSpPr>
        <p:spPr>
          <a:xfrm>
            <a:off x="233775" y="820275"/>
            <a:ext cx="2043000" cy="3507000"/>
          </a:xfrm>
          <a:prstGeom prst="rect">
            <a:avLst/>
          </a:prstGeom>
          <a:noFill/>
          <a:ln>
            <a:noFill/>
          </a:ln>
        </p:spPr>
      </p:sp>
      <p:sp>
        <p:nvSpPr>
          <p:cNvPr id="220" name="Google Shape;220;p40"/>
          <p:cNvSpPr/>
          <p:nvPr>
            <p:ph idx="3" type="pic"/>
          </p:nvPr>
        </p:nvSpPr>
        <p:spPr>
          <a:xfrm>
            <a:off x="2441450" y="1404850"/>
            <a:ext cx="3154200" cy="3507000"/>
          </a:xfrm>
          <a:prstGeom prst="rect">
            <a:avLst/>
          </a:prstGeom>
          <a:noFill/>
          <a:ln>
            <a:noFill/>
          </a:ln>
        </p:spPr>
      </p:sp>
      <p:sp>
        <p:nvSpPr>
          <p:cNvPr id="221" name="Google Shape;221;p40"/>
          <p:cNvSpPr/>
          <p:nvPr>
            <p:ph idx="4" type="pic"/>
          </p:nvPr>
        </p:nvSpPr>
        <p:spPr>
          <a:xfrm>
            <a:off x="5760650" y="818250"/>
            <a:ext cx="2052600" cy="3612900"/>
          </a:xfrm>
          <a:prstGeom prst="rect">
            <a:avLst/>
          </a:prstGeom>
          <a:noFill/>
          <a:ln>
            <a:noFill/>
          </a:ln>
        </p:spPr>
      </p:sp>
      <p:cxnSp>
        <p:nvCxnSpPr>
          <p:cNvPr id="222" name="Google Shape;222;p40"/>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23" name="Google Shape;223;p40"/>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24" name="Google Shape;224;p40"/>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25" name="Google Shape;225;p40"/>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26" name="Google Shape;226;p40"/>
          <p:cNvSpPr txBox="1"/>
          <p:nvPr>
            <p:ph idx="7"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227" name="Google Shape;227;p40"/>
          <p:cNvSpPr txBox="1"/>
          <p:nvPr>
            <p:ph idx="1" type="body"/>
          </p:nvPr>
        </p:nvSpPr>
        <p:spPr>
          <a:xfrm>
            <a:off x="2447900" y="818250"/>
            <a:ext cx="3147600" cy="583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1pPr>
            <a:lvl2pPr indent="-285750" lvl="1" marL="914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2pPr>
            <a:lvl3pPr indent="-285750" lvl="2" marL="1371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3pPr>
            <a:lvl4pPr indent="-285750" lvl="3" marL="1828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4pPr>
            <a:lvl5pPr indent="-285750" lvl="4" marL="22860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5pPr>
            <a:lvl6pPr indent="-285750" lvl="5" marL="2743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6pPr>
            <a:lvl7pPr indent="-285750" lvl="6" marL="3200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7pPr>
            <a:lvl8pPr indent="-285750" lvl="7" marL="3657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8pPr>
            <a:lvl9pPr indent="-285750" lvl="8" marL="4114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9pPr>
          </a:lstStyle>
          <a:p/>
        </p:txBody>
      </p:sp>
      <p:sp>
        <p:nvSpPr>
          <p:cNvPr id="228" name="Google Shape;228;p40"/>
          <p:cNvSpPr txBox="1"/>
          <p:nvPr>
            <p:ph idx="8" type="body"/>
          </p:nvPr>
        </p:nvSpPr>
        <p:spPr>
          <a:xfrm>
            <a:off x="228600" y="4329625"/>
            <a:ext cx="2052600" cy="5835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1pPr>
            <a:lvl2pPr indent="-285750" lvl="1" marL="914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2pPr>
            <a:lvl3pPr indent="-285750" lvl="2" marL="1371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3pPr>
            <a:lvl4pPr indent="-285750" lvl="3" marL="1828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4pPr>
            <a:lvl5pPr indent="-285750" lvl="4" marL="22860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5pPr>
            <a:lvl6pPr indent="-285750" lvl="5" marL="2743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6pPr>
            <a:lvl7pPr indent="-285750" lvl="6" marL="3200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7pPr>
            <a:lvl8pPr indent="-285750" lvl="7" marL="3657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8pPr>
            <a:lvl9pPr indent="-285750" lvl="8" marL="4114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9pPr>
          </a:lstStyle>
          <a:p/>
        </p:txBody>
      </p:sp>
      <p:sp>
        <p:nvSpPr>
          <p:cNvPr id="229" name="Google Shape;229;p40"/>
          <p:cNvSpPr txBox="1"/>
          <p:nvPr>
            <p:ph idx="9" type="body"/>
          </p:nvPr>
        </p:nvSpPr>
        <p:spPr>
          <a:xfrm>
            <a:off x="5755900" y="4431150"/>
            <a:ext cx="2057700" cy="4806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1pPr>
            <a:lvl2pPr indent="-285750" lvl="1" marL="914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2pPr>
            <a:lvl3pPr indent="-285750" lvl="2" marL="1371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3pPr>
            <a:lvl4pPr indent="-285750" lvl="3" marL="1828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4pPr>
            <a:lvl5pPr indent="-285750" lvl="4" marL="22860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5pPr>
            <a:lvl6pPr indent="-285750" lvl="5" marL="27432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6pPr>
            <a:lvl7pPr indent="-285750" lvl="6" marL="32004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7pPr>
            <a:lvl8pPr indent="-285750" lvl="7" marL="36576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8pPr>
            <a:lvl9pPr indent="-285750" lvl="8" marL="4114800">
              <a:spcBef>
                <a:spcPts val="0"/>
              </a:spcBef>
              <a:spcAft>
                <a:spcPts val="0"/>
              </a:spcAft>
              <a:buClr>
                <a:schemeClr val="dk2"/>
              </a:buClr>
              <a:buSzPts val="900"/>
              <a:buFont typeface="Merriweather"/>
              <a:buChar char="■"/>
              <a:defRPr>
                <a:solidFill>
                  <a:schemeClr val="dk2"/>
                </a:solidFill>
                <a:latin typeface="Merriweather"/>
                <a:ea typeface="Merriweather"/>
                <a:cs typeface="Merriweather"/>
                <a:sym typeface="Merriweathe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ertise / Skills">
  <p:cSld name="ONE_COLUMN_TEXT">
    <p:spTree>
      <p:nvGrpSpPr>
        <p:cNvPr id="230" name="Shape 230"/>
        <p:cNvGrpSpPr/>
        <p:nvPr/>
      </p:nvGrpSpPr>
      <p:grpSpPr>
        <a:xfrm>
          <a:off x="0" y="0"/>
          <a:ext cx="0" cy="0"/>
          <a:chOff x="0" y="0"/>
          <a:chExt cx="0" cy="0"/>
        </a:xfrm>
      </p:grpSpPr>
      <p:sp>
        <p:nvSpPr>
          <p:cNvPr id="231" name="Google Shape;231;p41"/>
          <p:cNvSpPr txBox="1"/>
          <p:nvPr>
            <p:ph type="title"/>
          </p:nvPr>
        </p:nvSpPr>
        <p:spPr>
          <a:xfrm>
            <a:off x="221950" y="804550"/>
            <a:ext cx="3156600" cy="322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a:buNone/>
              <a:defRPr>
                <a:latin typeface="Merriweather"/>
                <a:ea typeface="Merriweather"/>
                <a:cs typeface="Merriweather"/>
                <a:sym typeface="Merriweather"/>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232" name="Google Shape;232;p41"/>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33" name="Google Shape;233;p41"/>
          <p:cNvSpPr txBox="1"/>
          <p:nvPr>
            <p:ph idx="2"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34" name="Google Shape;234;p41"/>
          <p:cNvSpPr txBox="1"/>
          <p:nvPr>
            <p:ph idx="3"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35" name="Google Shape;235;p41"/>
          <p:cNvSpPr txBox="1"/>
          <p:nvPr>
            <p:ph idx="4"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36" name="Google Shape;236;p41"/>
          <p:cNvSpPr txBox="1"/>
          <p:nvPr>
            <p:ph idx="5"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237" name="Google Shape;237;p41"/>
          <p:cNvSpPr/>
          <p:nvPr>
            <p:ph idx="6" type="pic"/>
          </p:nvPr>
        </p:nvSpPr>
        <p:spPr>
          <a:xfrm>
            <a:off x="3556900" y="818400"/>
            <a:ext cx="2039100" cy="4098600"/>
          </a:xfrm>
          <a:prstGeom prst="rect">
            <a:avLst/>
          </a:prstGeom>
          <a:noFill/>
          <a:ln>
            <a:noFill/>
          </a:ln>
        </p:spPr>
      </p:sp>
      <p:sp>
        <p:nvSpPr>
          <p:cNvPr id="238" name="Google Shape;238;p41"/>
          <p:cNvSpPr/>
          <p:nvPr>
            <p:ph idx="7" type="pic"/>
          </p:nvPr>
        </p:nvSpPr>
        <p:spPr>
          <a:xfrm>
            <a:off x="5758550" y="818400"/>
            <a:ext cx="2052900" cy="4098600"/>
          </a:xfrm>
          <a:prstGeom prst="rect">
            <a:avLst/>
          </a:prstGeom>
          <a:noFill/>
          <a:ln>
            <a:noFill/>
          </a:ln>
        </p:spPr>
      </p:sp>
      <p:sp>
        <p:nvSpPr>
          <p:cNvPr id="239" name="Google Shape;239;p41"/>
          <p:cNvSpPr txBox="1"/>
          <p:nvPr>
            <p:ph idx="1" type="body"/>
          </p:nvPr>
        </p:nvSpPr>
        <p:spPr>
          <a:xfrm>
            <a:off x="228600" y="4179600"/>
            <a:ext cx="3150000" cy="73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40" name="Google Shape;240;p41"/>
          <p:cNvSpPr txBox="1"/>
          <p:nvPr>
            <p:ph idx="8" type="subTitle"/>
          </p:nvPr>
        </p:nvSpPr>
        <p:spPr>
          <a:xfrm>
            <a:off x="3556900" y="213800"/>
            <a:ext cx="22035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
        <p:nvSpPr>
          <p:cNvPr id="241" name="Google Shape;241;p41"/>
          <p:cNvSpPr txBox="1"/>
          <p:nvPr>
            <p:ph idx="9" type="subTitle"/>
          </p:nvPr>
        </p:nvSpPr>
        <p:spPr>
          <a:xfrm>
            <a:off x="5766050" y="213800"/>
            <a:ext cx="20379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age">
  <p:cSld name="MAIN_POINT">
    <p:spTree>
      <p:nvGrpSpPr>
        <p:cNvPr id="242" name="Shape 242"/>
        <p:cNvGrpSpPr/>
        <p:nvPr/>
      </p:nvGrpSpPr>
      <p:grpSpPr>
        <a:xfrm>
          <a:off x="0" y="0"/>
          <a:ext cx="0" cy="0"/>
          <a:chOff x="0" y="0"/>
          <a:chExt cx="0" cy="0"/>
        </a:xfrm>
      </p:grpSpPr>
      <p:sp>
        <p:nvSpPr>
          <p:cNvPr id="243" name="Google Shape;243;p42"/>
          <p:cNvSpPr txBox="1"/>
          <p:nvPr>
            <p:ph type="title"/>
          </p:nvPr>
        </p:nvSpPr>
        <p:spPr>
          <a:xfrm>
            <a:off x="228600" y="219850"/>
            <a:ext cx="7740000" cy="5985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Merriweather Light"/>
              <a:buNone/>
              <a:defRPr/>
            </a:lvl1pPr>
            <a:lvl2pPr lvl="1">
              <a:spcBef>
                <a:spcPts val="0"/>
              </a:spcBef>
              <a:spcAft>
                <a:spcPts val="0"/>
              </a:spcAft>
              <a:buClr>
                <a:schemeClr val="dk1"/>
              </a:buClr>
              <a:buSzPts val="3000"/>
              <a:buFont typeface="Merriweather Light"/>
              <a:buNone/>
              <a:defRPr/>
            </a:lvl2pPr>
            <a:lvl3pPr lvl="2">
              <a:spcBef>
                <a:spcPts val="0"/>
              </a:spcBef>
              <a:spcAft>
                <a:spcPts val="0"/>
              </a:spcAft>
              <a:buClr>
                <a:schemeClr val="dk1"/>
              </a:buClr>
              <a:buSzPts val="3000"/>
              <a:buFont typeface="Merriweather Light"/>
              <a:buNone/>
              <a:defRPr/>
            </a:lvl3pPr>
            <a:lvl4pPr lvl="3">
              <a:spcBef>
                <a:spcPts val="0"/>
              </a:spcBef>
              <a:spcAft>
                <a:spcPts val="0"/>
              </a:spcAft>
              <a:buClr>
                <a:schemeClr val="dk1"/>
              </a:buClr>
              <a:buSzPts val="3000"/>
              <a:buFont typeface="Merriweather Light"/>
              <a:buNone/>
              <a:defRPr/>
            </a:lvl4pPr>
            <a:lvl5pPr lvl="4">
              <a:spcBef>
                <a:spcPts val="0"/>
              </a:spcBef>
              <a:spcAft>
                <a:spcPts val="0"/>
              </a:spcAft>
              <a:buClr>
                <a:schemeClr val="dk1"/>
              </a:buClr>
              <a:buSzPts val="3000"/>
              <a:buFont typeface="Merriweather Light"/>
              <a:buNone/>
              <a:defRPr/>
            </a:lvl5pPr>
            <a:lvl6pPr lvl="5">
              <a:spcBef>
                <a:spcPts val="0"/>
              </a:spcBef>
              <a:spcAft>
                <a:spcPts val="0"/>
              </a:spcAft>
              <a:buClr>
                <a:schemeClr val="dk1"/>
              </a:buClr>
              <a:buSzPts val="3000"/>
              <a:buFont typeface="Merriweather Light"/>
              <a:buNone/>
              <a:defRPr/>
            </a:lvl6pPr>
            <a:lvl7pPr lvl="6">
              <a:spcBef>
                <a:spcPts val="0"/>
              </a:spcBef>
              <a:spcAft>
                <a:spcPts val="0"/>
              </a:spcAft>
              <a:buClr>
                <a:schemeClr val="dk1"/>
              </a:buClr>
              <a:buSzPts val="3000"/>
              <a:buFont typeface="Merriweather Light"/>
              <a:buNone/>
              <a:defRPr/>
            </a:lvl7pPr>
            <a:lvl8pPr lvl="7">
              <a:spcBef>
                <a:spcPts val="0"/>
              </a:spcBef>
              <a:spcAft>
                <a:spcPts val="0"/>
              </a:spcAft>
              <a:buClr>
                <a:schemeClr val="dk1"/>
              </a:buClr>
              <a:buSzPts val="3000"/>
              <a:buFont typeface="Merriweather Light"/>
              <a:buNone/>
              <a:defRPr/>
            </a:lvl8pPr>
            <a:lvl9pPr lvl="8">
              <a:spcBef>
                <a:spcPts val="0"/>
              </a:spcBef>
              <a:spcAft>
                <a:spcPts val="0"/>
              </a:spcAft>
              <a:buClr>
                <a:schemeClr val="dk1"/>
              </a:buClr>
              <a:buSzPts val="3000"/>
              <a:buFont typeface="Merriweather Light"/>
              <a:buNone/>
              <a:defRPr/>
            </a:lvl9pPr>
          </a:lstStyle>
          <a:p/>
        </p:txBody>
      </p:sp>
      <p:sp>
        <p:nvSpPr>
          <p:cNvPr id="244" name="Google Shape;244;p42"/>
          <p:cNvSpPr txBox="1"/>
          <p:nvPr>
            <p:ph idx="2" type="title"/>
          </p:nvPr>
        </p:nvSpPr>
        <p:spPr>
          <a:xfrm>
            <a:off x="228600" y="1984250"/>
            <a:ext cx="4265700" cy="5985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Merriweather"/>
              <a:buNone/>
              <a:defRPr>
                <a:latin typeface="Merriweather"/>
                <a:ea typeface="Merriweather"/>
                <a:cs typeface="Merriweather"/>
                <a:sym typeface="Merriweather"/>
              </a:defRPr>
            </a:lvl1pPr>
            <a:lvl2pPr lvl="1">
              <a:spcBef>
                <a:spcPts val="0"/>
              </a:spcBef>
              <a:spcAft>
                <a:spcPts val="0"/>
              </a:spcAft>
              <a:buClr>
                <a:schemeClr val="dk1"/>
              </a:buClr>
              <a:buSzPts val="3000"/>
              <a:buFont typeface="Merriweather"/>
              <a:buNone/>
              <a:defRPr>
                <a:latin typeface="Merriweather"/>
                <a:ea typeface="Merriweather"/>
                <a:cs typeface="Merriweather"/>
                <a:sym typeface="Merriweather"/>
              </a:defRPr>
            </a:lvl2pPr>
            <a:lvl3pPr lvl="2">
              <a:spcBef>
                <a:spcPts val="0"/>
              </a:spcBef>
              <a:spcAft>
                <a:spcPts val="0"/>
              </a:spcAft>
              <a:buClr>
                <a:schemeClr val="dk1"/>
              </a:buClr>
              <a:buSzPts val="3000"/>
              <a:buFont typeface="Merriweather"/>
              <a:buNone/>
              <a:defRPr>
                <a:latin typeface="Merriweather"/>
                <a:ea typeface="Merriweather"/>
                <a:cs typeface="Merriweather"/>
                <a:sym typeface="Merriweather"/>
              </a:defRPr>
            </a:lvl3pPr>
            <a:lvl4pPr lvl="3">
              <a:spcBef>
                <a:spcPts val="0"/>
              </a:spcBef>
              <a:spcAft>
                <a:spcPts val="0"/>
              </a:spcAft>
              <a:buClr>
                <a:schemeClr val="dk1"/>
              </a:buClr>
              <a:buSzPts val="3000"/>
              <a:buFont typeface="Merriweather"/>
              <a:buNone/>
              <a:defRPr>
                <a:latin typeface="Merriweather"/>
                <a:ea typeface="Merriweather"/>
                <a:cs typeface="Merriweather"/>
                <a:sym typeface="Merriweather"/>
              </a:defRPr>
            </a:lvl4pPr>
            <a:lvl5pPr lvl="4">
              <a:spcBef>
                <a:spcPts val="0"/>
              </a:spcBef>
              <a:spcAft>
                <a:spcPts val="0"/>
              </a:spcAft>
              <a:buClr>
                <a:schemeClr val="dk1"/>
              </a:buClr>
              <a:buSzPts val="3000"/>
              <a:buFont typeface="Merriweather"/>
              <a:buNone/>
              <a:defRPr>
                <a:latin typeface="Merriweather"/>
                <a:ea typeface="Merriweather"/>
                <a:cs typeface="Merriweather"/>
                <a:sym typeface="Merriweather"/>
              </a:defRPr>
            </a:lvl5pPr>
            <a:lvl6pPr lvl="5">
              <a:spcBef>
                <a:spcPts val="0"/>
              </a:spcBef>
              <a:spcAft>
                <a:spcPts val="0"/>
              </a:spcAft>
              <a:buClr>
                <a:schemeClr val="dk1"/>
              </a:buClr>
              <a:buSzPts val="3000"/>
              <a:buFont typeface="Merriweather"/>
              <a:buNone/>
              <a:defRPr>
                <a:latin typeface="Merriweather"/>
                <a:ea typeface="Merriweather"/>
                <a:cs typeface="Merriweather"/>
                <a:sym typeface="Merriweather"/>
              </a:defRPr>
            </a:lvl6pPr>
            <a:lvl7pPr lvl="6">
              <a:spcBef>
                <a:spcPts val="0"/>
              </a:spcBef>
              <a:spcAft>
                <a:spcPts val="0"/>
              </a:spcAft>
              <a:buClr>
                <a:schemeClr val="dk1"/>
              </a:buClr>
              <a:buSzPts val="3000"/>
              <a:buFont typeface="Merriweather"/>
              <a:buNone/>
              <a:defRPr>
                <a:latin typeface="Merriweather"/>
                <a:ea typeface="Merriweather"/>
                <a:cs typeface="Merriweather"/>
                <a:sym typeface="Merriweather"/>
              </a:defRPr>
            </a:lvl7pPr>
            <a:lvl8pPr lvl="7">
              <a:spcBef>
                <a:spcPts val="0"/>
              </a:spcBef>
              <a:spcAft>
                <a:spcPts val="0"/>
              </a:spcAft>
              <a:buClr>
                <a:schemeClr val="dk1"/>
              </a:buClr>
              <a:buSzPts val="3000"/>
              <a:buFont typeface="Merriweather"/>
              <a:buNone/>
              <a:defRPr>
                <a:latin typeface="Merriweather"/>
                <a:ea typeface="Merriweather"/>
                <a:cs typeface="Merriweather"/>
                <a:sym typeface="Merriweather"/>
              </a:defRPr>
            </a:lvl8pPr>
            <a:lvl9pPr lvl="8">
              <a:spcBef>
                <a:spcPts val="0"/>
              </a:spcBef>
              <a:spcAft>
                <a:spcPts val="0"/>
              </a:spcAft>
              <a:buClr>
                <a:schemeClr val="dk1"/>
              </a:buClr>
              <a:buSzPts val="3000"/>
              <a:buFont typeface="Merriweather"/>
              <a:buNone/>
              <a:defRPr>
                <a:latin typeface="Merriweather"/>
                <a:ea typeface="Merriweather"/>
                <a:cs typeface="Merriweather"/>
                <a:sym typeface="Merriweather"/>
              </a:defRPr>
            </a:lvl9pPr>
          </a:lstStyle>
          <a:p/>
        </p:txBody>
      </p:sp>
      <p:sp>
        <p:nvSpPr>
          <p:cNvPr id="245" name="Google Shape;245;p42"/>
          <p:cNvSpPr txBox="1"/>
          <p:nvPr>
            <p:ph idx="3" type="title"/>
          </p:nvPr>
        </p:nvSpPr>
        <p:spPr>
          <a:xfrm>
            <a:off x="4658875" y="4316425"/>
            <a:ext cx="4256400" cy="598500"/>
          </a:xfrm>
          <a:prstGeom prst="rect">
            <a:avLst/>
          </a:prstGeom>
        </p:spPr>
        <p:txBody>
          <a:bodyPr anchorCtr="0" anchor="t" bIns="91425" lIns="91425" spcFirstLastPara="1" rIns="91425" wrap="square" tIns="91425">
            <a:normAutofit/>
          </a:bodyPr>
          <a:lstStyle>
            <a:lvl1pPr lvl="0">
              <a:spcBef>
                <a:spcPts val="0"/>
              </a:spcBef>
              <a:spcAft>
                <a:spcPts val="0"/>
              </a:spcAft>
              <a:buSzPts val="3000"/>
              <a:buFont typeface="Merriweather Light"/>
              <a:buNone/>
              <a:defRPr/>
            </a:lvl1pPr>
            <a:lvl2pPr lvl="1">
              <a:spcBef>
                <a:spcPts val="0"/>
              </a:spcBef>
              <a:spcAft>
                <a:spcPts val="0"/>
              </a:spcAft>
              <a:buClr>
                <a:schemeClr val="dk1"/>
              </a:buClr>
              <a:buSzPts val="3000"/>
              <a:buFont typeface="Merriweather Light"/>
              <a:buNone/>
              <a:defRPr/>
            </a:lvl2pPr>
            <a:lvl3pPr lvl="2">
              <a:spcBef>
                <a:spcPts val="0"/>
              </a:spcBef>
              <a:spcAft>
                <a:spcPts val="0"/>
              </a:spcAft>
              <a:buClr>
                <a:schemeClr val="dk1"/>
              </a:buClr>
              <a:buSzPts val="3000"/>
              <a:buFont typeface="Merriweather Light"/>
              <a:buNone/>
              <a:defRPr/>
            </a:lvl3pPr>
            <a:lvl4pPr lvl="3">
              <a:spcBef>
                <a:spcPts val="0"/>
              </a:spcBef>
              <a:spcAft>
                <a:spcPts val="0"/>
              </a:spcAft>
              <a:buClr>
                <a:schemeClr val="dk1"/>
              </a:buClr>
              <a:buSzPts val="3000"/>
              <a:buFont typeface="Merriweather Light"/>
              <a:buNone/>
              <a:defRPr/>
            </a:lvl4pPr>
            <a:lvl5pPr lvl="4">
              <a:spcBef>
                <a:spcPts val="0"/>
              </a:spcBef>
              <a:spcAft>
                <a:spcPts val="0"/>
              </a:spcAft>
              <a:buClr>
                <a:schemeClr val="dk1"/>
              </a:buClr>
              <a:buSzPts val="3000"/>
              <a:buFont typeface="Merriweather Light"/>
              <a:buNone/>
              <a:defRPr/>
            </a:lvl5pPr>
            <a:lvl6pPr lvl="5">
              <a:spcBef>
                <a:spcPts val="0"/>
              </a:spcBef>
              <a:spcAft>
                <a:spcPts val="0"/>
              </a:spcAft>
              <a:buClr>
                <a:schemeClr val="dk1"/>
              </a:buClr>
              <a:buSzPts val="3000"/>
              <a:buFont typeface="Merriweather Light"/>
              <a:buNone/>
              <a:defRPr/>
            </a:lvl6pPr>
            <a:lvl7pPr lvl="6">
              <a:spcBef>
                <a:spcPts val="0"/>
              </a:spcBef>
              <a:spcAft>
                <a:spcPts val="0"/>
              </a:spcAft>
              <a:buClr>
                <a:schemeClr val="dk1"/>
              </a:buClr>
              <a:buSzPts val="3000"/>
              <a:buFont typeface="Merriweather Light"/>
              <a:buNone/>
              <a:defRPr/>
            </a:lvl7pPr>
            <a:lvl8pPr lvl="7">
              <a:spcBef>
                <a:spcPts val="0"/>
              </a:spcBef>
              <a:spcAft>
                <a:spcPts val="0"/>
              </a:spcAft>
              <a:buClr>
                <a:schemeClr val="dk1"/>
              </a:buClr>
              <a:buSzPts val="3000"/>
              <a:buFont typeface="Merriweather Light"/>
              <a:buNone/>
              <a:defRPr/>
            </a:lvl8pPr>
            <a:lvl9pPr lvl="8">
              <a:spcBef>
                <a:spcPts val="0"/>
              </a:spcBef>
              <a:spcAft>
                <a:spcPts val="0"/>
              </a:spcAft>
              <a:buClr>
                <a:schemeClr val="dk1"/>
              </a:buClr>
              <a:buSzPts val="3000"/>
              <a:buFont typeface="Merriweather Light"/>
              <a:buNone/>
              <a:defRPr/>
            </a:lvl9pPr>
          </a:lstStyle>
          <a:p/>
        </p:txBody>
      </p:sp>
      <p:sp>
        <p:nvSpPr>
          <p:cNvPr id="246" name="Google Shape;246;p42"/>
          <p:cNvSpPr txBox="1"/>
          <p:nvPr>
            <p:ph idx="1" type="body"/>
          </p:nvPr>
        </p:nvSpPr>
        <p:spPr>
          <a:xfrm>
            <a:off x="228600" y="4179600"/>
            <a:ext cx="3150000" cy="73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47" name="Google Shape;247;p42"/>
          <p:cNvSpPr txBox="1"/>
          <p:nvPr>
            <p:ph idx="4" type="body"/>
          </p:nvPr>
        </p:nvSpPr>
        <p:spPr>
          <a:xfrm>
            <a:off x="4658875" y="1984250"/>
            <a:ext cx="4265700" cy="737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wards">
  <p:cSld name="SECTION_TITLE_AND_DESCRIPTION">
    <p:spTree>
      <p:nvGrpSpPr>
        <p:cNvPr id="248" name="Shape 248"/>
        <p:cNvGrpSpPr/>
        <p:nvPr/>
      </p:nvGrpSpPr>
      <p:grpSpPr>
        <a:xfrm>
          <a:off x="0" y="0"/>
          <a:ext cx="0" cy="0"/>
          <a:chOff x="0" y="0"/>
          <a:chExt cx="0" cy="0"/>
        </a:xfrm>
      </p:grpSpPr>
      <p:cxnSp>
        <p:nvCxnSpPr>
          <p:cNvPr id="249" name="Google Shape;249;p43"/>
          <p:cNvCxnSpPr/>
          <p:nvPr/>
        </p:nvCxnSpPr>
        <p:spPr>
          <a:xfrm>
            <a:off x="-125" y="2270875"/>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50" name="Google Shape;250;p43"/>
          <p:cNvCxnSpPr/>
          <p:nvPr/>
        </p:nvCxnSpPr>
        <p:spPr>
          <a:xfrm>
            <a:off x="-125" y="314955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51" name="Google Shape;251;p43"/>
          <p:cNvCxnSpPr/>
          <p:nvPr/>
        </p:nvCxnSpPr>
        <p:spPr>
          <a:xfrm>
            <a:off x="-125" y="403090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252" name="Google Shape;252;p43"/>
          <p:cNvCxnSpPr/>
          <p:nvPr/>
        </p:nvCxnSpPr>
        <p:spPr>
          <a:xfrm>
            <a:off x="-125" y="4914900"/>
            <a:ext cx="8586300" cy="0"/>
          </a:xfrm>
          <a:prstGeom prst="straightConnector1">
            <a:avLst/>
          </a:prstGeom>
          <a:noFill/>
          <a:ln cap="flat" cmpd="sng" w="9525">
            <a:solidFill>
              <a:schemeClr val="accent1"/>
            </a:solidFill>
            <a:prstDash val="solid"/>
            <a:round/>
            <a:headEnd len="med" w="med" type="none"/>
            <a:tailEnd len="med" w="med" type="none"/>
          </a:ln>
        </p:spPr>
      </p:cxnSp>
      <p:sp>
        <p:nvSpPr>
          <p:cNvPr id="253" name="Google Shape;253;p43"/>
          <p:cNvSpPr txBox="1"/>
          <p:nvPr>
            <p:ph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254" name="Google Shape;254;p43"/>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55" name="Google Shape;255;p43"/>
          <p:cNvSpPr txBox="1"/>
          <p:nvPr>
            <p:ph idx="2"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56" name="Google Shape;256;p43"/>
          <p:cNvSpPr txBox="1"/>
          <p:nvPr>
            <p:ph idx="3"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57" name="Google Shape;257;p43"/>
          <p:cNvSpPr txBox="1"/>
          <p:nvPr>
            <p:ph idx="4"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58" name="Google Shape;258;p43"/>
          <p:cNvSpPr txBox="1"/>
          <p:nvPr>
            <p:ph idx="5" type="title"/>
          </p:nvPr>
        </p:nvSpPr>
        <p:spPr>
          <a:xfrm>
            <a:off x="1325925" y="1403700"/>
            <a:ext cx="4270200" cy="8646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59" name="Google Shape;259;p43"/>
          <p:cNvSpPr txBox="1"/>
          <p:nvPr>
            <p:ph idx="6" type="title"/>
          </p:nvPr>
        </p:nvSpPr>
        <p:spPr>
          <a:xfrm>
            <a:off x="1325875" y="2273525"/>
            <a:ext cx="4270200" cy="8760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60" name="Google Shape;260;p43"/>
          <p:cNvSpPr txBox="1"/>
          <p:nvPr>
            <p:ph idx="7" type="title"/>
          </p:nvPr>
        </p:nvSpPr>
        <p:spPr>
          <a:xfrm>
            <a:off x="1325875" y="3152225"/>
            <a:ext cx="4270200" cy="8814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61" name="Google Shape;261;p43"/>
          <p:cNvSpPr txBox="1"/>
          <p:nvPr>
            <p:ph idx="8" type="title"/>
          </p:nvPr>
        </p:nvSpPr>
        <p:spPr>
          <a:xfrm>
            <a:off x="1325875" y="4036300"/>
            <a:ext cx="4276800" cy="8814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262" name="Google Shape;262;p43"/>
          <p:cNvSpPr txBox="1"/>
          <p:nvPr>
            <p:ph idx="1" type="subTitle"/>
          </p:nvPr>
        </p:nvSpPr>
        <p:spPr>
          <a:xfrm>
            <a:off x="228600" y="1403700"/>
            <a:ext cx="937200" cy="86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63" name="Google Shape;263;p43"/>
          <p:cNvSpPr txBox="1"/>
          <p:nvPr>
            <p:ph idx="9" type="subTitle"/>
          </p:nvPr>
        </p:nvSpPr>
        <p:spPr>
          <a:xfrm>
            <a:off x="228600" y="2273525"/>
            <a:ext cx="9372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64" name="Google Shape;264;p43"/>
          <p:cNvSpPr txBox="1"/>
          <p:nvPr>
            <p:ph idx="13" type="subTitle"/>
          </p:nvPr>
        </p:nvSpPr>
        <p:spPr>
          <a:xfrm>
            <a:off x="231150" y="3152225"/>
            <a:ext cx="9348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65" name="Google Shape;265;p43"/>
          <p:cNvSpPr txBox="1"/>
          <p:nvPr>
            <p:ph idx="14" type="subTitle"/>
          </p:nvPr>
        </p:nvSpPr>
        <p:spPr>
          <a:xfrm>
            <a:off x="228600" y="4028225"/>
            <a:ext cx="9372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266" name="Google Shape;266;p43"/>
          <p:cNvSpPr txBox="1"/>
          <p:nvPr>
            <p:ph idx="15" type="body"/>
          </p:nvPr>
        </p:nvSpPr>
        <p:spPr>
          <a:xfrm>
            <a:off x="5760650" y="1403700"/>
            <a:ext cx="2829600" cy="8616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67" name="Google Shape;267;p43"/>
          <p:cNvSpPr txBox="1"/>
          <p:nvPr>
            <p:ph idx="16" type="body"/>
          </p:nvPr>
        </p:nvSpPr>
        <p:spPr>
          <a:xfrm>
            <a:off x="5760650" y="2268150"/>
            <a:ext cx="2829600" cy="8814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68" name="Google Shape;268;p43"/>
          <p:cNvSpPr txBox="1"/>
          <p:nvPr>
            <p:ph idx="17" type="body"/>
          </p:nvPr>
        </p:nvSpPr>
        <p:spPr>
          <a:xfrm>
            <a:off x="5760500" y="3152200"/>
            <a:ext cx="2829600" cy="8814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69" name="Google Shape;269;p43"/>
          <p:cNvSpPr txBox="1"/>
          <p:nvPr>
            <p:ph idx="18" type="body"/>
          </p:nvPr>
        </p:nvSpPr>
        <p:spPr>
          <a:xfrm>
            <a:off x="5762750" y="4036238"/>
            <a:ext cx="2834100" cy="8814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APTION_ONLY">
    <p:spTree>
      <p:nvGrpSpPr>
        <p:cNvPr id="270" name="Shape 270"/>
        <p:cNvGrpSpPr/>
        <p:nvPr/>
      </p:nvGrpSpPr>
      <p:grpSpPr>
        <a:xfrm>
          <a:off x="0" y="0"/>
          <a:ext cx="0" cy="0"/>
          <a:chOff x="0" y="0"/>
          <a:chExt cx="0" cy="0"/>
        </a:xfrm>
      </p:grpSpPr>
      <p:sp>
        <p:nvSpPr>
          <p:cNvPr id="271" name="Google Shape;271;p44"/>
          <p:cNvSpPr txBox="1"/>
          <p:nvPr>
            <p:ph type="title"/>
          </p:nvPr>
        </p:nvSpPr>
        <p:spPr>
          <a:xfrm>
            <a:off x="-21000" y="-125200"/>
            <a:ext cx="9186000" cy="15588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11800"/>
              <a:buFont typeface="Merriweather Light"/>
              <a:buNone/>
              <a:defRPr sz="118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272" name="Google Shape;272;p44"/>
          <p:cNvSpPr txBox="1"/>
          <p:nvPr>
            <p:ph idx="2" type="title"/>
          </p:nvPr>
        </p:nvSpPr>
        <p:spPr>
          <a:xfrm>
            <a:off x="4658875" y="4316425"/>
            <a:ext cx="4256400" cy="598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3000"/>
              <a:buFont typeface="Merriweather Light"/>
              <a:buNone/>
              <a:defRPr/>
            </a:lvl1pPr>
            <a:lvl2pPr lvl="1">
              <a:spcBef>
                <a:spcPts val="0"/>
              </a:spcBef>
              <a:spcAft>
                <a:spcPts val="0"/>
              </a:spcAft>
              <a:buClr>
                <a:schemeClr val="dk1"/>
              </a:buClr>
              <a:buSzPts val="3000"/>
              <a:buFont typeface="Merriweather Light"/>
              <a:buNone/>
              <a:defRPr/>
            </a:lvl2pPr>
            <a:lvl3pPr lvl="2">
              <a:spcBef>
                <a:spcPts val="0"/>
              </a:spcBef>
              <a:spcAft>
                <a:spcPts val="0"/>
              </a:spcAft>
              <a:buClr>
                <a:schemeClr val="dk1"/>
              </a:buClr>
              <a:buSzPts val="3000"/>
              <a:buFont typeface="Merriweather Light"/>
              <a:buNone/>
              <a:defRPr/>
            </a:lvl3pPr>
            <a:lvl4pPr lvl="3">
              <a:spcBef>
                <a:spcPts val="0"/>
              </a:spcBef>
              <a:spcAft>
                <a:spcPts val="0"/>
              </a:spcAft>
              <a:buClr>
                <a:schemeClr val="dk1"/>
              </a:buClr>
              <a:buSzPts val="3000"/>
              <a:buFont typeface="Merriweather Light"/>
              <a:buNone/>
              <a:defRPr/>
            </a:lvl4pPr>
            <a:lvl5pPr lvl="4">
              <a:spcBef>
                <a:spcPts val="0"/>
              </a:spcBef>
              <a:spcAft>
                <a:spcPts val="0"/>
              </a:spcAft>
              <a:buClr>
                <a:schemeClr val="dk1"/>
              </a:buClr>
              <a:buSzPts val="3000"/>
              <a:buFont typeface="Merriweather Light"/>
              <a:buNone/>
              <a:defRPr/>
            </a:lvl5pPr>
            <a:lvl6pPr lvl="5">
              <a:spcBef>
                <a:spcPts val="0"/>
              </a:spcBef>
              <a:spcAft>
                <a:spcPts val="0"/>
              </a:spcAft>
              <a:buClr>
                <a:schemeClr val="dk1"/>
              </a:buClr>
              <a:buSzPts val="3000"/>
              <a:buFont typeface="Merriweather Light"/>
              <a:buNone/>
              <a:defRPr/>
            </a:lvl6pPr>
            <a:lvl7pPr lvl="6">
              <a:spcBef>
                <a:spcPts val="0"/>
              </a:spcBef>
              <a:spcAft>
                <a:spcPts val="0"/>
              </a:spcAft>
              <a:buClr>
                <a:schemeClr val="dk1"/>
              </a:buClr>
              <a:buSzPts val="3000"/>
              <a:buFont typeface="Merriweather Light"/>
              <a:buNone/>
              <a:defRPr/>
            </a:lvl7pPr>
            <a:lvl8pPr lvl="7">
              <a:spcBef>
                <a:spcPts val="0"/>
              </a:spcBef>
              <a:spcAft>
                <a:spcPts val="0"/>
              </a:spcAft>
              <a:buClr>
                <a:schemeClr val="dk1"/>
              </a:buClr>
              <a:buSzPts val="3000"/>
              <a:buFont typeface="Merriweather Light"/>
              <a:buNone/>
              <a:defRPr/>
            </a:lvl8pPr>
            <a:lvl9pPr lvl="8">
              <a:spcBef>
                <a:spcPts val="0"/>
              </a:spcBef>
              <a:spcAft>
                <a:spcPts val="0"/>
              </a:spcAft>
              <a:buClr>
                <a:schemeClr val="dk1"/>
              </a:buClr>
              <a:buSzPts val="3000"/>
              <a:buFont typeface="Merriweather Light"/>
              <a:buNone/>
              <a:defRPr/>
            </a:lvl9pPr>
          </a:lstStyle>
          <a:p/>
        </p:txBody>
      </p:sp>
      <p:sp>
        <p:nvSpPr>
          <p:cNvPr id="273" name="Google Shape;273;p44"/>
          <p:cNvSpPr txBox="1"/>
          <p:nvPr>
            <p:ph idx="1" type="body"/>
          </p:nvPr>
        </p:nvSpPr>
        <p:spPr>
          <a:xfrm>
            <a:off x="228600" y="4179600"/>
            <a:ext cx="3150000" cy="73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
  <p:cSld name="BIG_NUMBER">
    <p:spTree>
      <p:nvGrpSpPr>
        <p:cNvPr id="274" name="Shape 274"/>
        <p:cNvGrpSpPr/>
        <p:nvPr/>
      </p:nvGrpSpPr>
      <p:grpSpPr>
        <a:xfrm>
          <a:off x="0" y="0"/>
          <a:ext cx="0" cy="0"/>
          <a:chOff x="0" y="0"/>
          <a:chExt cx="0" cy="0"/>
        </a:xfrm>
      </p:grpSpPr>
      <p:cxnSp>
        <p:nvCxnSpPr>
          <p:cNvPr id="275" name="Google Shape;275;p45"/>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76" name="Google Shape;276;p45"/>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77" name="Google Shape;277;p45"/>
          <p:cNvSpPr txBox="1"/>
          <p:nvPr>
            <p:ph idx="2"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78" name="Google Shape;278;p45"/>
          <p:cNvSpPr txBox="1"/>
          <p:nvPr>
            <p:ph idx="3"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79" name="Google Shape;279;p45"/>
          <p:cNvSpPr/>
          <p:nvPr>
            <p:ph idx="4" type="pic"/>
          </p:nvPr>
        </p:nvSpPr>
        <p:spPr>
          <a:xfrm>
            <a:off x="0" y="0"/>
            <a:ext cx="8582100" cy="51435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8">
    <p:spTree>
      <p:nvGrpSpPr>
        <p:cNvPr id="280" name="Shape 280"/>
        <p:cNvGrpSpPr/>
        <p:nvPr/>
      </p:nvGrpSpPr>
      <p:grpSpPr>
        <a:xfrm>
          <a:off x="0" y="0"/>
          <a:ext cx="0" cy="0"/>
          <a:chOff x="0" y="0"/>
          <a:chExt cx="0" cy="0"/>
        </a:xfrm>
      </p:grpSpPr>
      <p:cxnSp>
        <p:nvCxnSpPr>
          <p:cNvPr id="281" name="Google Shape;281;p46"/>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82" name="Google Shape;282;p46"/>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83" name="Google Shape;283;p46"/>
          <p:cNvSpPr txBox="1"/>
          <p:nvPr>
            <p:ph idx="2"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84" name="Google Shape;284;p46"/>
          <p:cNvSpPr txBox="1"/>
          <p:nvPr>
            <p:ph idx="3"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285" name="Google Shape;285;p46"/>
          <p:cNvSpPr/>
          <p:nvPr>
            <p:ph idx="4" type="pic"/>
          </p:nvPr>
        </p:nvSpPr>
        <p:spPr>
          <a:xfrm>
            <a:off x="0" y="0"/>
            <a:ext cx="8582100" cy="4025100"/>
          </a:xfrm>
          <a:prstGeom prst="rect">
            <a:avLst/>
          </a:prstGeom>
          <a:noFill/>
          <a:ln>
            <a:noFill/>
          </a:ln>
        </p:spPr>
      </p:sp>
      <p:sp>
        <p:nvSpPr>
          <p:cNvPr id="286" name="Google Shape;286;p46"/>
          <p:cNvSpPr txBox="1"/>
          <p:nvPr>
            <p:ph idx="5" type="title"/>
          </p:nvPr>
        </p:nvSpPr>
        <p:spPr>
          <a:xfrm>
            <a:off x="228600" y="4025100"/>
            <a:ext cx="4265700" cy="1119000"/>
          </a:xfrm>
          <a:prstGeom prst="rect">
            <a:avLst/>
          </a:prstGeom>
        </p:spPr>
        <p:txBody>
          <a:bodyPr anchorCtr="0" anchor="ctr" bIns="91425" lIns="91425" spcFirstLastPara="1" rIns="91425" wrap="square" tIns="91425">
            <a:noAutofit/>
          </a:bodyPr>
          <a:lstStyle>
            <a:lvl1pPr lvl="0">
              <a:spcBef>
                <a:spcPts val="0"/>
              </a:spcBef>
              <a:spcAft>
                <a:spcPts val="0"/>
              </a:spcAft>
              <a:buSzPts val="3000"/>
              <a:buFont typeface="Merriweather Light"/>
              <a:buNone/>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287" name="Google Shape;287;p46"/>
          <p:cNvSpPr txBox="1"/>
          <p:nvPr>
            <p:ph idx="1" type="body"/>
          </p:nvPr>
        </p:nvSpPr>
        <p:spPr>
          <a:xfrm>
            <a:off x="4658875" y="4025100"/>
            <a:ext cx="3319200" cy="11190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p:cSld name="CUSTOM_2">
    <p:bg>
      <p:bgPr>
        <a:solidFill>
          <a:schemeClr val="lt1"/>
        </a:solidFill>
      </p:bgPr>
    </p:bg>
    <p:spTree>
      <p:nvGrpSpPr>
        <p:cNvPr id="288" name="Shape 288"/>
        <p:cNvGrpSpPr/>
        <p:nvPr/>
      </p:nvGrpSpPr>
      <p:grpSpPr>
        <a:xfrm>
          <a:off x="0" y="0"/>
          <a:ext cx="0" cy="0"/>
          <a:chOff x="0" y="0"/>
          <a:chExt cx="0" cy="0"/>
        </a:xfrm>
      </p:grpSpPr>
      <p:sp>
        <p:nvSpPr>
          <p:cNvPr id="289" name="Google Shape;289;p47"/>
          <p:cNvSpPr/>
          <p:nvPr>
            <p:ph idx="2" type="pic"/>
          </p:nvPr>
        </p:nvSpPr>
        <p:spPr>
          <a:xfrm>
            <a:off x="228600" y="1984250"/>
            <a:ext cx="4263900" cy="2546400"/>
          </a:xfrm>
          <a:prstGeom prst="rect">
            <a:avLst/>
          </a:prstGeom>
          <a:noFill/>
          <a:ln>
            <a:noFill/>
          </a:ln>
        </p:spPr>
      </p:sp>
      <p:sp>
        <p:nvSpPr>
          <p:cNvPr id="290" name="Google Shape;290;p47"/>
          <p:cNvSpPr txBox="1"/>
          <p:nvPr>
            <p:ph type="title"/>
          </p:nvPr>
        </p:nvSpPr>
        <p:spPr>
          <a:xfrm>
            <a:off x="228600" y="219850"/>
            <a:ext cx="7740000" cy="598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Light"/>
              <a:buNone/>
              <a:defRPr/>
            </a:lvl1pPr>
            <a:lvl2pPr lvl="1">
              <a:spcBef>
                <a:spcPts val="0"/>
              </a:spcBef>
              <a:spcAft>
                <a:spcPts val="0"/>
              </a:spcAft>
              <a:buClr>
                <a:schemeClr val="dk1"/>
              </a:buClr>
              <a:buSzPts val="3000"/>
              <a:buFont typeface="Merriweather Light"/>
              <a:buNone/>
              <a:defRPr/>
            </a:lvl2pPr>
            <a:lvl3pPr lvl="2">
              <a:spcBef>
                <a:spcPts val="0"/>
              </a:spcBef>
              <a:spcAft>
                <a:spcPts val="0"/>
              </a:spcAft>
              <a:buClr>
                <a:schemeClr val="dk1"/>
              </a:buClr>
              <a:buSzPts val="3000"/>
              <a:buFont typeface="Merriweather Light"/>
              <a:buNone/>
              <a:defRPr/>
            </a:lvl3pPr>
            <a:lvl4pPr lvl="3">
              <a:spcBef>
                <a:spcPts val="0"/>
              </a:spcBef>
              <a:spcAft>
                <a:spcPts val="0"/>
              </a:spcAft>
              <a:buClr>
                <a:schemeClr val="dk1"/>
              </a:buClr>
              <a:buSzPts val="3000"/>
              <a:buFont typeface="Merriweather Light"/>
              <a:buNone/>
              <a:defRPr/>
            </a:lvl4pPr>
            <a:lvl5pPr lvl="4">
              <a:spcBef>
                <a:spcPts val="0"/>
              </a:spcBef>
              <a:spcAft>
                <a:spcPts val="0"/>
              </a:spcAft>
              <a:buClr>
                <a:schemeClr val="dk1"/>
              </a:buClr>
              <a:buSzPts val="3000"/>
              <a:buFont typeface="Merriweather Light"/>
              <a:buNone/>
              <a:defRPr/>
            </a:lvl5pPr>
            <a:lvl6pPr lvl="5">
              <a:spcBef>
                <a:spcPts val="0"/>
              </a:spcBef>
              <a:spcAft>
                <a:spcPts val="0"/>
              </a:spcAft>
              <a:buClr>
                <a:schemeClr val="dk1"/>
              </a:buClr>
              <a:buSzPts val="3000"/>
              <a:buFont typeface="Merriweather Light"/>
              <a:buNone/>
              <a:defRPr/>
            </a:lvl6pPr>
            <a:lvl7pPr lvl="6">
              <a:spcBef>
                <a:spcPts val="0"/>
              </a:spcBef>
              <a:spcAft>
                <a:spcPts val="0"/>
              </a:spcAft>
              <a:buClr>
                <a:schemeClr val="dk1"/>
              </a:buClr>
              <a:buSzPts val="3000"/>
              <a:buFont typeface="Merriweather Light"/>
              <a:buNone/>
              <a:defRPr/>
            </a:lvl7pPr>
            <a:lvl8pPr lvl="7">
              <a:spcBef>
                <a:spcPts val="0"/>
              </a:spcBef>
              <a:spcAft>
                <a:spcPts val="0"/>
              </a:spcAft>
              <a:buClr>
                <a:schemeClr val="dk1"/>
              </a:buClr>
              <a:buSzPts val="3000"/>
              <a:buFont typeface="Merriweather Light"/>
              <a:buNone/>
              <a:defRPr/>
            </a:lvl8pPr>
            <a:lvl9pPr lvl="8">
              <a:spcBef>
                <a:spcPts val="0"/>
              </a:spcBef>
              <a:spcAft>
                <a:spcPts val="0"/>
              </a:spcAft>
              <a:buClr>
                <a:schemeClr val="dk1"/>
              </a:buClr>
              <a:buSzPts val="3000"/>
              <a:buFont typeface="Merriweather Light"/>
              <a:buNone/>
              <a:defRPr/>
            </a:lvl9pPr>
          </a:lstStyle>
          <a:p/>
        </p:txBody>
      </p:sp>
      <p:sp>
        <p:nvSpPr>
          <p:cNvPr id="291" name="Google Shape;291;p47"/>
          <p:cNvSpPr txBox="1"/>
          <p:nvPr>
            <p:ph idx="1" type="body"/>
          </p:nvPr>
        </p:nvSpPr>
        <p:spPr>
          <a:xfrm>
            <a:off x="4658875" y="1984250"/>
            <a:ext cx="3319200" cy="21549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292" name="Google Shape;292;p47"/>
          <p:cNvSpPr txBox="1"/>
          <p:nvPr>
            <p:ph idx="3" type="body"/>
          </p:nvPr>
        </p:nvSpPr>
        <p:spPr>
          <a:xfrm>
            <a:off x="228600" y="4179600"/>
            <a:ext cx="3150000" cy="737400"/>
          </a:xfrm>
          <a:prstGeom prst="rect">
            <a:avLst/>
          </a:prstGeom>
        </p:spPr>
        <p:txBody>
          <a:bodyPr anchorCtr="0" anchor="b"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cxnSp>
        <p:nvCxnSpPr>
          <p:cNvPr id="293" name="Google Shape;293;p47"/>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294" name="Google Shape;294;p47"/>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295" name="Google Shape;295;p47"/>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296" name="Google Shape;296;p47"/>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
  <p:cSld name="CUSTOM_2_1">
    <p:bg>
      <p:bgPr>
        <a:solidFill>
          <a:schemeClr val="lt1"/>
        </a:solidFill>
      </p:bgPr>
    </p:bg>
    <p:spTree>
      <p:nvGrpSpPr>
        <p:cNvPr id="297" name="Shape 297"/>
        <p:cNvGrpSpPr/>
        <p:nvPr/>
      </p:nvGrpSpPr>
      <p:grpSpPr>
        <a:xfrm>
          <a:off x="0" y="0"/>
          <a:ext cx="0" cy="0"/>
          <a:chOff x="0" y="0"/>
          <a:chExt cx="0" cy="0"/>
        </a:xfrm>
      </p:grpSpPr>
      <p:sp>
        <p:nvSpPr>
          <p:cNvPr id="298" name="Google Shape;298;p48"/>
          <p:cNvSpPr txBox="1"/>
          <p:nvPr>
            <p:ph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cxnSp>
        <p:nvCxnSpPr>
          <p:cNvPr id="299" name="Google Shape;299;p48"/>
          <p:cNvCxnSpPr/>
          <p:nvPr/>
        </p:nvCxnSpPr>
        <p:spPr>
          <a:xfrm>
            <a:off x="-125" y="2270875"/>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300" name="Google Shape;300;p48"/>
          <p:cNvCxnSpPr/>
          <p:nvPr/>
        </p:nvCxnSpPr>
        <p:spPr>
          <a:xfrm>
            <a:off x="-125" y="314955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301" name="Google Shape;301;p48"/>
          <p:cNvCxnSpPr/>
          <p:nvPr/>
        </p:nvCxnSpPr>
        <p:spPr>
          <a:xfrm>
            <a:off x="-125" y="4030900"/>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302" name="Google Shape;302;p48"/>
          <p:cNvCxnSpPr/>
          <p:nvPr/>
        </p:nvCxnSpPr>
        <p:spPr>
          <a:xfrm>
            <a:off x="-125" y="4914900"/>
            <a:ext cx="8586300" cy="0"/>
          </a:xfrm>
          <a:prstGeom prst="straightConnector1">
            <a:avLst/>
          </a:prstGeom>
          <a:noFill/>
          <a:ln cap="flat" cmpd="sng" w="9525">
            <a:solidFill>
              <a:schemeClr val="accent1"/>
            </a:solidFill>
            <a:prstDash val="solid"/>
            <a:round/>
            <a:headEnd len="med" w="med" type="none"/>
            <a:tailEnd len="med" w="med" type="none"/>
          </a:ln>
        </p:spPr>
      </p:cxnSp>
      <p:sp>
        <p:nvSpPr>
          <p:cNvPr id="303" name="Google Shape;303;p48"/>
          <p:cNvSpPr txBox="1"/>
          <p:nvPr>
            <p:ph idx="2" type="title"/>
          </p:nvPr>
        </p:nvSpPr>
        <p:spPr>
          <a:xfrm>
            <a:off x="3535725" y="1403700"/>
            <a:ext cx="4270200" cy="8646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4" name="Google Shape;304;p48"/>
          <p:cNvSpPr txBox="1"/>
          <p:nvPr>
            <p:ph idx="3" type="title"/>
          </p:nvPr>
        </p:nvSpPr>
        <p:spPr>
          <a:xfrm>
            <a:off x="3535675" y="2273525"/>
            <a:ext cx="4270200" cy="8760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5" name="Google Shape;305;p48"/>
          <p:cNvSpPr txBox="1"/>
          <p:nvPr>
            <p:ph idx="4" type="title"/>
          </p:nvPr>
        </p:nvSpPr>
        <p:spPr>
          <a:xfrm>
            <a:off x="3535675" y="3152225"/>
            <a:ext cx="4270200" cy="8814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6" name="Google Shape;306;p48"/>
          <p:cNvSpPr txBox="1"/>
          <p:nvPr>
            <p:ph idx="5" type="title"/>
          </p:nvPr>
        </p:nvSpPr>
        <p:spPr>
          <a:xfrm>
            <a:off x="3535675" y="4036300"/>
            <a:ext cx="4276800" cy="881400"/>
          </a:xfrm>
          <a:prstGeom prst="rect">
            <a:avLst/>
          </a:prstGeom>
        </p:spPr>
        <p:txBody>
          <a:bodyPr anchorCtr="0" anchor="ctr" bIns="91425" lIns="91425" spcFirstLastPara="1" rIns="91425" wrap="square" tIns="91425">
            <a:noAutofit/>
          </a:bodyPr>
          <a:lstStyle>
            <a:lvl1pPr lvl="0">
              <a:spcBef>
                <a:spcPts val="0"/>
              </a:spcBef>
              <a:spcAft>
                <a:spcPts val="0"/>
              </a:spcAft>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07" name="Google Shape;307;p48"/>
          <p:cNvSpPr txBox="1"/>
          <p:nvPr>
            <p:ph idx="1" type="subTitle"/>
          </p:nvPr>
        </p:nvSpPr>
        <p:spPr>
          <a:xfrm>
            <a:off x="2438400" y="1403700"/>
            <a:ext cx="937200" cy="864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308" name="Google Shape;308;p48"/>
          <p:cNvSpPr txBox="1"/>
          <p:nvPr>
            <p:ph idx="6" type="subTitle"/>
          </p:nvPr>
        </p:nvSpPr>
        <p:spPr>
          <a:xfrm>
            <a:off x="2438400" y="2273525"/>
            <a:ext cx="9372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309" name="Google Shape;309;p48"/>
          <p:cNvSpPr txBox="1"/>
          <p:nvPr>
            <p:ph idx="7" type="subTitle"/>
          </p:nvPr>
        </p:nvSpPr>
        <p:spPr>
          <a:xfrm>
            <a:off x="2440950" y="3152225"/>
            <a:ext cx="9348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310" name="Google Shape;310;p48"/>
          <p:cNvSpPr txBox="1"/>
          <p:nvPr>
            <p:ph idx="8" type="subTitle"/>
          </p:nvPr>
        </p:nvSpPr>
        <p:spPr>
          <a:xfrm>
            <a:off x="2438400" y="4028225"/>
            <a:ext cx="937200" cy="876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400"/>
              <a:buFont typeface="Lexend"/>
              <a:buNone/>
              <a:defRPr>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cxnSp>
        <p:nvCxnSpPr>
          <p:cNvPr id="311" name="Google Shape;311;p48"/>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12" name="Google Shape;312;p48"/>
          <p:cNvSpPr txBox="1"/>
          <p:nvPr>
            <p:ph idx="9"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13" name="Google Shape;313;p48"/>
          <p:cNvSpPr txBox="1"/>
          <p:nvPr>
            <p:ph idx="13"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14" name="Google Shape;314;p48"/>
          <p:cNvSpPr txBox="1"/>
          <p:nvPr>
            <p:ph idx="14"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ITLE_3">
    <p:bg>
      <p:bgPr>
        <a:solidFill>
          <a:schemeClr val="lt1"/>
        </a:solidFill>
      </p:bgPr>
    </p:bg>
    <p:spTree>
      <p:nvGrpSpPr>
        <p:cNvPr id="315" name="Shape 315"/>
        <p:cNvGrpSpPr/>
        <p:nvPr/>
      </p:nvGrpSpPr>
      <p:grpSpPr>
        <a:xfrm>
          <a:off x="0" y="0"/>
          <a:ext cx="0" cy="0"/>
          <a:chOff x="0" y="0"/>
          <a:chExt cx="0" cy="0"/>
        </a:xfrm>
      </p:grpSpPr>
      <p:sp>
        <p:nvSpPr>
          <p:cNvPr id="316" name="Google Shape;316;p49"/>
          <p:cNvSpPr/>
          <p:nvPr>
            <p:ph idx="2" type="pic"/>
          </p:nvPr>
        </p:nvSpPr>
        <p:spPr>
          <a:xfrm>
            <a:off x="6876275" y="1984258"/>
            <a:ext cx="1707000" cy="2345400"/>
          </a:xfrm>
          <a:prstGeom prst="rect">
            <a:avLst/>
          </a:prstGeom>
          <a:noFill/>
          <a:ln>
            <a:noFill/>
          </a:ln>
        </p:spPr>
      </p:sp>
      <p:sp>
        <p:nvSpPr>
          <p:cNvPr id="317" name="Google Shape;317;p49"/>
          <p:cNvSpPr txBox="1"/>
          <p:nvPr>
            <p:ph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18" name="Google Shape;318;p49"/>
          <p:cNvSpPr txBox="1"/>
          <p:nvPr>
            <p:ph idx="3" type="title"/>
          </p:nvPr>
        </p:nvSpPr>
        <p:spPr>
          <a:xfrm>
            <a:off x="228600" y="516850"/>
            <a:ext cx="7619700" cy="50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a:buNone/>
              <a:defRPr>
                <a:latin typeface="Merriweather"/>
                <a:ea typeface="Merriweather"/>
                <a:cs typeface="Merriweather"/>
                <a:sym typeface="Merriweather"/>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cxnSp>
        <p:nvCxnSpPr>
          <p:cNvPr id="319" name="Google Shape;319;p49"/>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20" name="Google Shape;320;p49"/>
          <p:cNvSpPr txBox="1"/>
          <p:nvPr>
            <p:ph idx="4"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21" name="Google Shape;321;p49"/>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22" name="Google Shape;322;p49"/>
          <p:cNvSpPr txBox="1"/>
          <p:nvPr>
            <p:ph idx="6"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323" name="Google Shape;323;p49"/>
          <p:cNvSpPr/>
          <p:nvPr>
            <p:ph idx="7" type="pic"/>
          </p:nvPr>
        </p:nvSpPr>
        <p:spPr>
          <a:xfrm>
            <a:off x="228500" y="1984331"/>
            <a:ext cx="2048100" cy="2333100"/>
          </a:xfrm>
          <a:prstGeom prst="rect">
            <a:avLst/>
          </a:prstGeom>
          <a:noFill/>
          <a:ln>
            <a:noFill/>
          </a:ln>
        </p:spPr>
      </p:sp>
      <p:sp>
        <p:nvSpPr>
          <p:cNvPr id="324" name="Google Shape;324;p49"/>
          <p:cNvSpPr/>
          <p:nvPr>
            <p:ph idx="8" type="pic"/>
          </p:nvPr>
        </p:nvSpPr>
        <p:spPr>
          <a:xfrm>
            <a:off x="2441450" y="1984331"/>
            <a:ext cx="2052900" cy="2333100"/>
          </a:xfrm>
          <a:prstGeom prst="rect">
            <a:avLst/>
          </a:prstGeom>
          <a:noFill/>
          <a:ln>
            <a:noFill/>
          </a:ln>
        </p:spPr>
      </p:sp>
      <p:sp>
        <p:nvSpPr>
          <p:cNvPr id="325" name="Google Shape;325;p49"/>
          <p:cNvSpPr/>
          <p:nvPr>
            <p:ph idx="9" type="pic"/>
          </p:nvPr>
        </p:nvSpPr>
        <p:spPr>
          <a:xfrm>
            <a:off x="4658875" y="1984075"/>
            <a:ext cx="2039100" cy="2345400"/>
          </a:xfrm>
          <a:prstGeom prst="rect">
            <a:avLst/>
          </a:prstGeom>
          <a:noFill/>
          <a:ln>
            <a:noFill/>
          </a:ln>
        </p:spPr>
      </p:sp>
      <p:sp>
        <p:nvSpPr>
          <p:cNvPr id="326" name="Google Shape;326;p49"/>
          <p:cNvSpPr txBox="1"/>
          <p:nvPr>
            <p:ph idx="1" type="subTitle"/>
          </p:nvPr>
        </p:nvSpPr>
        <p:spPr>
          <a:xfrm>
            <a:off x="228600" y="4569975"/>
            <a:ext cx="2048100" cy="3396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900"/>
              <a:buFont typeface="Lexend"/>
              <a:buNone/>
              <a:defRPr sz="900">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327" name="Google Shape;327;p49"/>
          <p:cNvSpPr txBox="1"/>
          <p:nvPr>
            <p:ph idx="13" type="subTitle"/>
          </p:nvPr>
        </p:nvSpPr>
        <p:spPr>
          <a:xfrm>
            <a:off x="2434475" y="4569975"/>
            <a:ext cx="2048100" cy="3396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900"/>
              <a:buFont typeface="Lexend"/>
              <a:buNone/>
              <a:defRPr sz="900">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328" name="Google Shape;328;p49"/>
          <p:cNvSpPr txBox="1"/>
          <p:nvPr>
            <p:ph idx="14" type="subTitle"/>
          </p:nvPr>
        </p:nvSpPr>
        <p:spPr>
          <a:xfrm>
            <a:off x="4658875" y="4569975"/>
            <a:ext cx="2048100" cy="3396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900"/>
              <a:buFont typeface="Lexend"/>
              <a:buNone/>
              <a:defRPr sz="900">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329" name="Google Shape;329;p49"/>
          <p:cNvSpPr txBox="1"/>
          <p:nvPr>
            <p:ph idx="15" type="subTitle"/>
          </p:nvPr>
        </p:nvSpPr>
        <p:spPr>
          <a:xfrm>
            <a:off x="6864750" y="4569975"/>
            <a:ext cx="1725600" cy="3396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900"/>
              <a:buFont typeface="Lexend"/>
              <a:buNone/>
              <a:defRPr sz="900">
                <a:latin typeface="Lexend"/>
                <a:ea typeface="Lexend"/>
                <a:cs typeface="Lexend"/>
                <a:sym typeface="Lexend"/>
              </a:defRPr>
            </a:lvl1pPr>
            <a:lvl2pPr lvl="1">
              <a:spcBef>
                <a:spcPts val="0"/>
              </a:spcBef>
              <a:spcAft>
                <a:spcPts val="0"/>
              </a:spcAft>
              <a:buClr>
                <a:schemeClr val="dk1"/>
              </a:buClr>
              <a:buSzPts val="1400"/>
              <a:buFont typeface="Lexend"/>
              <a:buNone/>
              <a:defRPr>
                <a:latin typeface="Lexend"/>
                <a:ea typeface="Lexend"/>
                <a:cs typeface="Lexend"/>
                <a:sym typeface="Lexend"/>
              </a:defRPr>
            </a:lvl2pPr>
            <a:lvl3pPr lvl="2">
              <a:spcBef>
                <a:spcPts val="0"/>
              </a:spcBef>
              <a:spcAft>
                <a:spcPts val="0"/>
              </a:spcAft>
              <a:buClr>
                <a:schemeClr val="dk1"/>
              </a:buClr>
              <a:buSzPts val="1400"/>
              <a:buFont typeface="Lexend"/>
              <a:buNone/>
              <a:defRPr>
                <a:latin typeface="Lexend"/>
                <a:ea typeface="Lexend"/>
                <a:cs typeface="Lexend"/>
                <a:sym typeface="Lexend"/>
              </a:defRPr>
            </a:lvl3pPr>
            <a:lvl4pPr lvl="3">
              <a:spcBef>
                <a:spcPts val="0"/>
              </a:spcBef>
              <a:spcAft>
                <a:spcPts val="0"/>
              </a:spcAft>
              <a:buClr>
                <a:schemeClr val="dk1"/>
              </a:buClr>
              <a:buSzPts val="1400"/>
              <a:buFont typeface="Lexend"/>
              <a:buNone/>
              <a:defRPr>
                <a:latin typeface="Lexend"/>
                <a:ea typeface="Lexend"/>
                <a:cs typeface="Lexend"/>
                <a:sym typeface="Lexend"/>
              </a:defRPr>
            </a:lvl4pPr>
            <a:lvl5pPr lvl="4">
              <a:spcBef>
                <a:spcPts val="0"/>
              </a:spcBef>
              <a:spcAft>
                <a:spcPts val="0"/>
              </a:spcAft>
              <a:buClr>
                <a:schemeClr val="dk1"/>
              </a:buClr>
              <a:buSzPts val="1400"/>
              <a:buFont typeface="Lexend"/>
              <a:buNone/>
              <a:defRPr>
                <a:latin typeface="Lexend"/>
                <a:ea typeface="Lexend"/>
                <a:cs typeface="Lexend"/>
                <a:sym typeface="Lexend"/>
              </a:defRPr>
            </a:lvl5pPr>
            <a:lvl6pPr lvl="5">
              <a:spcBef>
                <a:spcPts val="0"/>
              </a:spcBef>
              <a:spcAft>
                <a:spcPts val="0"/>
              </a:spcAft>
              <a:buClr>
                <a:schemeClr val="dk1"/>
              </a:buClr>
              <a:buSzPts val="1400"/>
              <a:buFont typeface="Lexend"/>
              <a:buNone/>
              <a:defRPr>
                <a:latin typeface="Lexend"/>
                <a:ea typeface="Lexend"/>
                <a:cs typeface="Lexend"/>
                <a:sym typeface="Lexend"/>
              </a:defRPr>
            </a:lvl6pPr>
            <a:lvl7pPr lvl="6">
              <a:spcBef>
                <a:spcPts val="0"/>
              </a:spcBef>
              <a:spcAft>
                <a:spcPts val="0"/>
              </a:spcAft>
              <a:buClr>
                <a:schemeClr val="dk1"/>
              </a:buClr>
              <a:buSzPts val="1400"/>
              <a:buFont typeface="Lexend"/>
              <a:buNone/>
              <a:defRPr>
                <a:latin typeface="Lexend"/>
                <a:ea typeface="Lexend"/>
                <a:cs typeface="Lexend"/>
                <a:sym typeface="Lexend"/>
              </a:defRPr>
            </a:lvl7pPr>
            <a:lvl8pPr lvl="7">
              <a:spcBef>
                <a:spcPts val="0"/>
              </a:spcBef>
              <a:spcAft>
                <a:spcPts val="0"/>
              </a:spcAft>
              <a:buClr>
                <a:schemeClr val="dk1"/>
              </a:buClr>
              <a:buSzPts val="1400"/>
              <a:buFont typeface="Lexend"/>
              <a:buNone/>
              <a:defRPr>
                <a:latin typeface="Lexend"/>
                <a:ea typeface="Lexend"/>
                <a:cs typeface="Lexend"/>
                <a:sym typeface="Lexend"/>
              </a:defRPr>
            </a:lvl8pPr>
            <a:lvl9pPr lvl="8">
              <a:spcBef>
                <a:spcPts val="0"/>
              </a:spcBef>
              <a:spcAft>
                <a:spcPts val="0"/>
              </a:spcAft>
              <a:buClr>
                <a:schemeClr val="dk1"/>
              </a:buClr>
              <a:buSzPts val="1400"/>
              <a:buFont typeface="Lexend"/>
              <a:buNone/>
              <a:defRPr>
                <a:latin typeface="Lexend"/>
                <a:ea typeface="Lexend"/>
                <a:cs typeface="Lexend"/>
                <a:sym typeface="Lexend"/>
              </a:defRPr>
            </a:lvl9pPr>
          </a:lstStyle>
          <a:p/>
        </p:txBody>
      </p:sp>
      <p:sp>
        <p:nvSpPr>
          <p:cNvPr id="330" name="Google Shape;330;p49"/>
          <p:cNvSpPr txBox="1"/>
          <p:nvPr>
            <p:ph idx="16" type="subTitle"/>
          </p:nvPr>
        </p:nvSpPr>
        <p:spPr>
          <a:xfrm>
            <a:off x="224125" y="4317425"/>
            <a:ext cx="20481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
        <p:nvSpPr>
          <p:cNvPr id="331" name="Google Shape;331;p49"/>
          <p:cNvSpPr txBox="1"/>
          <p:nvPr>
            <p:ph idx="17" type="subTitle"/>
          </p:nvPr>
        </p:nvSpPr>
        <p:spPr>
          <a:xfrm>
            <a:off x="2441475" y="4317425"/>
            <a:ext cx="20529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
        <p:nvSpPr>
          <p:cNvPr id="332" name="Google Shape;332;p49"/>
          <p:cNvSpPr txBox="1"/>
          <p:nvPr>
            <p:ph idx="18" type="subTitle"/>
          </p:nvPr>
        </p:nvSpPr>
        <p:spPr>
          <a:xfrm>
            <a:off x="4653113" y="4317425"/>
            <a:ext cx="20529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
        <p:nvSpPr>
          <p:cNvPr id="333" name="Google Shape;333;p49"/>
          <p:cNvSpPr txBox="1"/>
          <p:nvPr>
            <p:ph idx="19" type="subTitle"/>
          </p:nvPr>
        </p:nvSpPr>
        <p:spPr>
          <a:xfrm>
            <a:off x="6876275" y="4329650"/>
            <a:ext cx="1707000" cy="30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Font typeface="Merriweather"/>
              <a:buNone/>
              <a:defRPr/>
            </a:lvl2pPr>
            <a:lvl3pPr lvl="2">
              <a:spcBef>
                <a:spcPts val="0"/>
              </a:spcBef>
              <a:spcAft>
                <a:spcPts val="0"/>
              </a:spcAft>
              <a:buClr>
                <a:schemeClr val="dk1"/>
              </a:buClr>
              <a:buSzPts val="1400"/>
              <a:buFont typeface="Merriweather"/>
              <a:buNone/>
              <a:defRPr/>
            </a:lvl3pPr>
            <a:lvl4pPr lvl="3">
              <a:spcBef>
                <a:spcPts val="0"/>
              </a:spcBef>
              <a:spcAft>
                <a:spcPts val="0"/>
              </a:spcAft>
              <a:buClr>
                <a:schemeClr val="dk1"/>
              </a:buClr>
              <a:buSzPts val="1400"/>
              <a:buFont typeface="Merriweather"/>
              <a:buNone/>
              <a:defRPr/>
            </a:lvl4pPr>
            <a:lvl5pPr lvl="4">
              <a:spcBef>
                <a:spcPts val="0"/>
              </a:spcBef>
              <a:spcAft>
                <a:spcPts val="0"/>
              </a:spcAft>
              <a:buClr>
                <a:schemeClr val="dk1"/>
              </a:buClr>
              <a:buSzPts val="1400"/>
              <a:buFont typeface="Merriweather"/>
              <a:buNone/>
              <a:defRPr/>
            </a:lvl5pPr>
            <a:lvl6pPr lvl="5">
              <a:spcBef>
                <a:spcPts val="0"/>
              </a:spcBef>
              <a:spcAft>
                <a:spcPts val="0"/>
              </a:spcAft>
              <a:buClr>
                <a:schemeClr val="dk1"/>
              </a:buClr>
              <a:buSzPts val="1400"/>
              <a:buFont typeface="Merriweather"/>
              <a:buNone/>
              <a:defRPr/>
            </a:lvl6pPr>
            <a:lvl7pPr lvl="6">
              <a:spcBef>
                <a:spcPts val="0"/>
              </a:spcBef>
              <a:spcAft>
                <a:spcPts val="0"/>
              </a:spcAft>
              <a:buClr>
                <a:schemeClr val="dk1"/>
              </a:buClr>
              <a:buSzPts val="1400"/>
              <a:buFont typeface="Merriweather"/>
              <a:buNone/>
              <a:defRPr/>
            </a:lvl7pPr>
            <a:lvl8pPr lvl="7">
              <a:spcBef>
                <a:spcPts val="0"/>
              </a:spcBef>
              <a:spcAft>
                <a:spcPts val="0"/>
              </a:spcAft>
              <a:buClr>
                <a:schemeClr val="dk1"/>
              </a:buClr>
              <a:buSzPts val="1400"/>
              <a:buFont typeface="Merriweather"/>
              <a:buNone/>
              <a:defRPr/>
            </a:lvl8pPr>
            <a:lvl9pPr lvl="8">
              <a:spcBef>
                <a:spcPts val="0"/>
              </a:spcBef>
              <a:spcAft>
                <a:spcPts val="0"/>
              </a:spcAft>
              <a:buClr>
                <a:schemeClr val="dk1"/>
              </a:buClr>
              <a:buSzPts val="1400"/>
              <a:buFont typeface="Merriweather"/>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Data">
  <p:cSld name="CUSTOM_4">
    <p:spTree>
      <p:nvGrpSpPr>
        <p:cNvPr id="334" name="Shape 334"/>
        <p:cNvGrpSpPr/>
        <p:nvPr/>
      </p:nvGrpSpPr>
      <p:grpSpPr>
        <a:xfrm>
          <a:off x="0" y="0"/>
          <a:ext cx="0" cy="0"/>
          <a:chOff x="0" y="0"/>
          <a:chExt cx="0" cy="0"/>
        </a:xfrm>
      </p:grpSpPr>
      <p:cxnSp>
        <p:nvCxnSpPr>
          <p:cNvPr id="335" name="Google Shape;335;p50"/>
          <p:cNvCxnSpPr/>
          <p:nvPr/>
        </p:nvCxnSpPr>
        <p:spPr>
          <a:xfrm>
            <a:off x="-125" y="1984025"/>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336" name="Google Shape;336;p50"/>
          <p:cNvCxnSpPr/>
          <p:nvPr/>
        </p:nvCxnSpPr>
        <p:spPr>
          <a:xfrm>
            <a:off x="-125" y="2960983"/>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337" name="Google Shape;337;p50"/>
          <p:cNvCxnSpPr/>
          <p:nvPr/>
        </p:nvCxnSpPr>
        <p:spPr>
          <a:xfrm>
            <a:off x="-125" y="3937942"/>
            <a:ext cx="8586300" cy="0"/>
          </a:xfrm>
          <a:prstGeom prst="straightConnector1">
            <a:avLst/>
          </a:prstGeom>
          <a:noFill/>
          <a:ln cap="flat" cmpd="sng" w="9525">
            <a:solidFill>
              <a:schemeClr val="accent1"/>
            </a:solidFill>
            <a:prstDash val="solid"/>
            <a:round/>
            <a:headEnd len="med" w="med" type="none"/>
            <a:tailEnd len="med" w="med" type="none"/>
          </a:ln>
        </p:spPr>
      </p:cxnSp>
      <p:cxnSp>
        <p:nvCxnSpPr>
          <p:cNvPr id="338" name="Google Shape;338;p50"/>
          <p:cNvCxnSpPr/>
          <p:nvPr/>
        </p:nvCxnSpPr>
        <p:spPr>
          <a:xfrm>
            <a:off x="-125" y="4914900"/>
            <a:ext cx="8586300" cy="0"/>
          </a:xfrm>
          <a:prstGeom prst="straightConnector1">
            <a:avLst/>
          </a:prstGeom>
          <a:noFill/>
          <a:ln cap="flat" cmpd="sng" w="9525">
            <a:solidFill>
              <a:schemeClr val="accent1"/>
            </a:solidFill>
            <a:prstDash val="solid"/>
            <a:round/>
            <a:headEnd len="med" w="med" type="none"/>
            <a:tailEnd len="med" w="med" type="none"/>
          </a:ln>
        </p:spPr>
      </p:cxnSp>
      <p:sp>
        <p:nvSpPr>
          <p:cNvPr id="339" name="Google Shape;339;p50"/>
          <p:cNvSpPr txBox="1"/>
          <p:nvPr>
            <p:ph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cxnSp>
        <p:nvCxnSpPr>
          <p:cNvPr id="340" name="Google Shape;340;p50"/>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41" name="Google Shape;341;p50"/>
          <p:cNvSpPr txBox="1"/>
          <p:nvPr>
            <p:ph idx="2"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42" name="Google Shape;342;p50"/>
          <p:cNvSpPr txBox="1"/>
          <p:nvPr>
            <p:ph idx="3"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43" name="Google Shape;343;p50"/>
          <p:cNvSpPr txBox="1"/>
          <p:nvPr>
            <p:ph idx="4"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344" name="Google Shape;344;p50"/>
          <p:cNvSpPr txBox="1"/>
          <p:nvPr>
            <p:ph idx="5" type="title"/>
          </p:nvPr>
        </p:nvSpPr>
        <p:spPr>
          <a:xfrm>
            <a:off x="2276875" y="1018150"/>
            <a:ext cx="4233600" cy="976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45" name="Google Shape;345;p50"/>
          <p:cNvSpPr txBox="1"/>
          <p:nvPr>
            <p:ph idx="6" type="title"/>
          </p:nvPr>
        </p:nvSpPr>
        <p:spPr>
          <a:xfrm>
            <a:off x="2276875" y="2961000"/>
            <a:ext cx="4233600" cy="976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46" name="Google Shape;346;p50"/>
          <p:cNvSpPr txBox="1"/>
          <p:nvPr>
            <p:ph idx="7" type="title"/>
          </p:nvPr>
        </p:nvSpPr>
        <p:spPr>
          <a:xfrm>
            <a:off x="2283475" y="3943850"/>
            <a:ext cx="4233600" cy="973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47" name="Google Shape;347;p50"/>
          <p:cNvSpPr txBox="1"/>
          <p:nvPr>
            <p:ph idx="8" type="title"/>
          </p:nvPr>
        </p:nvSpPr>
        <p:spPr>
          <a:xfrm>
            <a:off x="2276875" y="1984025"/>
            <a:ext cx="4233600" cy="976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48" name="Google Shape;348;p50"/>
          <p:cNvSpPr txBox="1"/>
          <p:nvPr>
            <p:ph idx="9" type="title"/>
          </p:nvPr>
        </p:nvSpPr>
        <p:spPr>
          <a:xfrm>
            <a:off x="228600" y="1007225"/>
            <a:ext cx="2048100" cy="976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49" name="Google Shape;349;p50"/>
          <p:cNvSpPr txBox="1"/>
          <p:nvPr>
            <p:ph idx="13" type="title"/>
          </p:nvPr>
        </p:nvSpPr>
        <p:spPr>
          <a:xfrm>
            <a:off x="228600" y="1984025"/>
            <a:ext cx="2048100" cy="976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50" name="Google Shape;350;p50"/>
          <p:cNvSpPr txBox="1"/>
          <p:nvPr>
            <p:ph idx="14" type="title"/>
          </p:nvPr>
        </p:nvSpPr>
        <p:spPr>
          <a:xfrm>
            <a:off x="228600" y="2966525"/>
            <a:ext cx="2048100" cy="976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
        <p:nvSpPr>
          <p:cNvPr id="351" name="Google Shape;351;p50"/>
          <p:cNvSpPr txBox="1"/>
          <p:nvPr>
            <p:ph idx="15" type="title"/>
          </p:nvPr>
        </p:nvSpPr>
        <p:spPr>
          <a:xfrm>
            <a:off x="228600" y="3938100"/>
            <a:ext cx="2048100" cy="973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600"/>
              <a:buFont typeface="Merriweather"/>
              <a:buNone/>
              <a:defRPr sz="3600">
                <a:latin typeface="Merriweather"/>
                <a:ea typeface="Merriweather"/>
                <a:cs typeface="Merriweather"/>
                <a:sym typeface="Merriweather"/>
              </a:defRPr>
            </a:lvl1pPr>
            <a:lvl2pPr lvl="1">
              <a:spcBef>
                <a:spcPts val="0"/>
              </a:spcBef>
              <a:spcAft>
                <a:spcPts val="0"/>
              </a:spcAft>
              <a:buClr>
                <a:schemeClr val="dk1"/>
              </a:buClr>
              <a:buSzPts val="3600"/>
              <a:buFont typeface="Merriweather"/>
              <a:buNone/>
              <a:defRPr sz="3600">
                <a:latin typeface="Merriweather"/>
                <a:ea typeface="Merriweather"/>
                <a:cs typeface="Merriweather"/>
                <a:sym typeface="Merriweather"/>
              </a:defRPr>
            </a:lvl2pPr>
            <a:lvl3pPr lvl="2">
              <a:spcBef>
                <a:spcPts val="0"/>
              </a:spcBef>
              <a:spcAft>
                <a:spcPts val="0"/>
              </a:spcAft>
              <a:buClr>
                <a:schemeClr val="dk1"/>
              </a:buClr>
              <a:buSzPts val="3600"/>
              <a:buFont typeface="Merriweather"/>
              <a:buNone/>
              <a:defRPr sz="3600">
                <a:latin typeface="Merriweather"/>
                <a:ea typeface="Merriweather"/>
                <a:cs typeface="Merriweather"/>
                <a:sym typeface="Merriweather"/>
              </a:defRPr>
            </a:lvl3pPr>
            <a:lvl4pPr lvl="3">
              <a:spcBef>
                <a:spcPts val="0"/>
              </a:spcBef>
              <a:spcAft>
                <a:spcPts val="0"/>
              </a:spcAft>
              <a:buClr>
                <a:schemeClr val="dk1"/>
              </a:buClr>
              <a:buSzPts val="3600"/>
              <a:buFont typeface="Merriweather"/>
              <a:buNone/>
              <a:defRPr sz="3600">
                <a:latin typeface="Merriweather"/>
                <a:ea typeface="Merriweather"/>
                <a:cs typeface="Merriweather"/>
                <a:sym typeface="Merriweather"/>
              </a:defRPr>
            </a:lvl4pPr>
            <a:lvl5pPr lvl="4">
              <a:spcBef>
                <a:spcPts val="0"/>
              </a:spcBef>
              <a:spcAft>
                <a:spcPts val="0"/>
              </a:spcAft>
              <a:buClr>
                <a:schemeClr val="dk1"/>
              </a:buClr>
              <a:buSzPts val="3600"/>
              <a:buFont typeface="Merriweather"/>
              <a:buNone/>
              <a:defRPr sz="3600">
                <a:latin typeface="Merriweather"/>
                <a:ea typeface="Merriweather"/>
                <a:cs typeface="Merriweather"/>
                <a:sym typeface="Merriweather"/>
              </a:defRPr>
            </a:lvl5pPr>
            <a:lvl6pPr lvl="5">
              <a:spcBef>
                <a:spcPts val="0"/>
              </a:spcBef>
              <a:spcAft>
                <a:spcPts val="0"/>
              </a:spcAft>
              <a:buClr>
                <a:schemeClr val="dk1"/>
              </a:buClr>
              <a:buSzPts val="3600"/>
              <a:buFont typeface="Merriweather"/>
              <a:buNone/>
              <a:defRPr sz="3600">
                <a:latin typeface="Merriweather"/>
                <a:ea typeface="Merriweather"/>
                <a:cs typeface="Merriweather"/>
                <a:sym typeface="Merriweather"/>
              </a:defRPr>
            </a:lvl6pPr>
            <a:lvl7pPr lvl="6">
              <a:spcBef>
                <a:spcPts val="0"/>
              </a:spcBef>
              <a:spcAft>
                <a:spcPts val="0"/>
              </a:spcAft>
              <a:buClr>
                <a:schemeClr val="dk1"/>
              </a:buClr>
              <a:buSzPts val="3600"/>
              <a:buFont typeface="Merriweather"/>
              <a:buNone/>
              <a:defRPr sz="3600">
                <a:latin typeface="Merriweather"/>
                <a:ea typeface="Merriweather"/>
                <a:cs typeface="Merriweather"/>
                <a:sym typeface="Merriweather"/>
              </a:defRPr>
            </a:lvl7pPr>
            <a:lvl8pPr lvl="7">
              <a:spcBef>
                <a:spcPts val="0"/>
              </a:spcBef>
              <a:spcAft>
                <a:spcPts val="0"/>
              </a:spcAft>
              <a:buClr>
                <a:schemeClr val="dk1"/>
              </a:buClr>
              <a:buSzPts val="3600"/>
              <a:buFont typeface="Merriweather"/>
              <a:buNone/>
              <a:defRPr sz="3600">
                <a:latin typeface="Merriweather"/>
                <a:ea typeface="Merriweather"/>
                <a:cs typeface="Merriweather"/>
                <a:sym typeface="Merriweather"/>
              </a:defRPr>
            </a:lvl8pPr>
            <a:lvl9pPr lvl="8">
              <a:spcBef>
                <a:spcPts val="0"/>
              </a:spcBef>
              <a:spcAft>
                <a:spcPts val="0"/>
              </a:spcAft>
              <a:buClr>
                <a:schemeClr val="dk1"/>
              </a:buClr>
              <a:buSzPts val="3600"/>
              <a:buFont typeface="Merriweather"/>
              <a:buNone/>
              <a:defRPr sz="3600">
                <a:latin typeface="Merriweather"/>
                <a:ea typeface="Merriweather"/>
                <a:cs typeface="Merriweather"/>
                <a:sym typeface="Merriweathe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2">
  <p:cSld name="CUSTOM_5">
    <p:spTree>
      <p:nvGrpSpPr>
        <p:cNvPr id="352" name="Shape 352"/>
        <p:cNvGrpSpPr/>
        <p:nvPr/>
      </p:nvGrpSpPr>
      <p:grpSpPr>
        <a:xfrm>
          <a:off x="0" y="0"/>
          <a:ext cx="0" cy="0"/>
          <a:chOff x="0" y="0"/>
          <a:chExt cx="0" cy="0"/>
        </a:xfrm>
      </p:grpSpPr>
      <p:sp>
        <p:nvSpPr>
          <p:cNvPr id="353" name="Google Shape;353;p51"/>
          <p:cNvSpPr/>
          <p:nvPr>
            <p:ph idx="2" type="pic"/>
          </p:nvPr>
        </p:nvSpPr>
        <p:spPr>
          <a:xfrm>
            <a:off x="6875200" y="2571758"/>
            <a:ext cx="1707000" cy="2345400"/>
          </a:xfrm>
          <a:prstGeom prst="rect">
            <a:avLst/>
          </a:prstGeom>
          <a:noFill/>
          <a:ln>
            <a:noFill/>
          </a:ln>
        </p:spPr>
      </p:sp>
      <p:sp>
        <p:nvSpPr>
          <p:cNvPr id="354" name="Google Shape;354;p51"/>
          <p:cNvSpPr/>
          <p:nvPr>
            <p:ph idx="3" type="pic"/>
          </p:nvPr>
        </p:nvSpPr>
        <p:spPr>
          <a:xfrm>
            <a:off x="4486003" y="818401"/>
            <a:ext cx="4096200" cy="1588500"/>
          </a:xfrm>
          <a:prstGeom prst="rect">
            <a:avLst/>
          </a:prstGeom>
          <a:noFill/>
          <a:ln>
            <a:noFill/>
          </a:ln>
        </p:spPr>
      </p:sp>
      <p:cxnSp>
        <p:nvCxnSpPr>
          <p:cNvPr id="355" name="Google Shape;355;p51"/>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56" name="Google Shape;356;p51"/>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57" name="Google Shape;357;p51"/>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58" name="Google Shape;358;p51"/>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359" name="Google Shape;359;p51"/>
          <p:cNvSpPr/>
          <p:nvPr>
            <p:ph idx="6" type="pic"/>
          </p:nvPr>
        </p:nvSpPr>
        <p:spPr>
          <a:xfrm>
            <a:off x="228500" y="818404"/>
            <a:ext cx="2048100" cy="1588500"/>
          </a:xfrm>
          <a:prstGeom prst="rect">
            <a:avLst/>
          </a:prstGeom>
          <a:noFill/>
          <a:ln>
            <a:noFill/>
          </a:ln>
        </p:spPr>
      </p:sp>
      <p:sp>
        <p:nvSpPr>
          <p:cNvPr id="360" name="Google Shape;360;p51"/>
          <p:cNvSpPr/>
          <p:nvPr>
            <p:ph idx="7" type="pic"/>
          </p:nvPr>
        </p:nvSpPr>
        <p:spPr>
          <a:xfrm>
            <a:off x="233000" y="2571750"/>
            <a:ext cx="2039100" cy="2345400"/>
          </a:xfrm>
          <a:prstGeom prst="rect">
            <a:avLst/>
          </a:prstGeom>
          <a:noFill/>
          <a:ln>
            <a:noFill/>
          </a:ln>
        </p:spPr>
      </p:sp>
      <p:sp>
        <p:nvSpPr>
          <p:cNvPr id="361" name="Google Shape;361;p51"/>
          <p:cNvSpPr txBox="1"/>
          <p:nvPr>
            <p:ph idx="8"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62" name="Google Shape;362;p51"/>
          <p:cNvSpPr/>
          <p:nvPr>
            <p:ph idx="9" type="pic"/>
          </p:nvPr>
        </p:nvSpPr>
        <p:spPr>
          <a:xfrm>
            <a:off x="2441450" y="2571750"/>
            <a:ext cx="2052900" cy="2345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blem / Solution">
  <p:cSld name="CUSTOM_6">
    <p:spTree>
      <p:nvGrpSpPr>
        <p:cNvPr id="363" name="Shape 363"/>
        <p:cNvGrpSpPr/>
        <p:nvPr/>
      </p:nvGrpSpPr>
      <p:grpSpPr>
        <a:xfrm>
          <a:off x="0" y="0"/>
          <a:ext cx="0" cy="0"/>
          <a:chOff x="0" y="0"/>
          <a:chExt cx="0" cy="0"/>
        </a:xfrm>
      </p:grpSpPr>
      <p:sp>
        <p:nvSpPr>
          <p:cNvPr id="364" name="Google Shape;364;p52"/>
          <p:cNvSpPr/>
          <p:nvPr>
            <p:ph idx="2" type="pic"/>
          </p:nvPr>
        </p:nvSpPr>
        <p:spPr>
          <a:xfrm>
            <a:off x="228600" y="2559650"/>
            <a:ext cx="3914100" cy="2352000"/>
          </a:xfrm>
          <a:prstGeom prst="rect">
            <a:avLst/>
          </a:prstGeom>
          <a:noFill/>
          <a:ln>
            <a:noFill/>
          </a:ln>
        </p:spPr>
      </p:sp>
      <p:sp>
        <p:nvSpPr>
          <p:cNvPr id="365" name="Google Shape;365;p52"/>
          <p:cNvSpPr/>
          <p:nvPr>
            <p:ph idx="3" type="pic"/>
          </p:nvPr>
        </p:nvSpPr>
        <p:spPr>
          <a:xfrm>
            <a:off x="4658875" y="219850"/>
            <a:ext cx="3319200" cy="2352000"/>
          </a:xfrm>
          <a:prstGeom prst="rect">
            <a:avLst/>
          </a:prstGeom>
          <a:noFill/>
          <a:ln>
            <a:noFill/>
          </a:ln>
        </p:spPr>
      </p:sp>
      <p:cxnSp>
        <p:nvCxnSpPr>
          <p:cNvPr id="366" name="Google Shape;366;p52"/>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67" name="Google Shape;367;p52"/>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68" name="Google Shape;368;p52"/>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69" name="Google Shape;369;p52"/>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370" name="Google Shape;370;p52"/>
          <p:cNvSpPr txBox="1"/>
          <p:nvPr>
            <p:ph idx="6"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71" name="Google Shape;371;p52"/>
          <p:cNvSpPr txBox="1"/>
          <p:nvPr>
            <p:ph idx="7" type="title"/>
          </p:nvPr>
        </p:nvSpPr>
        <p:spPr>
          <a:xfrm>
            <a:off x="4669800" y="2656800"/>
            <a:ext cx="2036100" cy="297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72" name="Google Shape;372;p52"/>
          <p:cNvSpPr txBox="1"/>
          <p:nvPr>
            <p:ph idx="1" type="body"/>
          </p:nvPr>
        </p:nvSpPr>
        <p:spPr>
          <a:xfrm>
            <a:off x="4658875" y="3030300"/>
            <a:ext cx="3148800" cy="18867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
        <p:nvSpPr>
          <p:cNvPr id="373" name="Google Shape;373;p52"/>
          <p:cNvSpPr txBox="1"/>
          <p:nvPr>
            <p:ph idx="8" type="title"/>
          </p:nvPr>
        </p:nvSpPr>
        <p:spPr>
          <a:xfrm>
            <a:off x="234600" y="818400"/>
            <a:ext cx="2206800" cy="297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74" name="Google Shape;374;p52"/>
          <p:cNvSpPr txBox="1"/>
          <p:nvPr>
            <p:ph idx="9" type="body"/>
          </p:nvPr>
        </p:nvSpPr>
        <p:spPr>
          <a:xfrm>
            <a:off x="229850" y="1328800"/>
            <a:ext cx="3148800" cy="1033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2"/>
              </a:buClr>
              <a:buSzPts val="900"/>
              <a:buFont typeface="Lexend Light"/>
              <a:buChar char="●"/>
              <a:defRPr>
                <a:solidFill>
                  <a:schemeClr val="dk2"/>
                </a:solidFill>
              </a:defRPr>
            </a:lvl1pPr>
            <a:lvl2pPr indent="-285750" lvl="1" marL="914400">
              <a:spcBef>
                <a:spcPts val="0"/>
              </a:spcBef>
              <a:spcAft>
                <a:spcPts val="0"/>
              </a:spcAft>
              <a:buClr>
                <a:schemeClr val="dk2"/>
              </a:buClr>
              <a:buSzPts val="900"/>
              <a:buFont typeface="Lexend Light"/>
              <a:buChar char="○"/>
              <a:defRPr>
                <a:solidFill>
                  <a:schemeClr val="dk2"/>
                </a:solidFill>
              </a:defRPr>
            </a:lvl2pPr>
            <a:lvl3pPr indent="-285750" lvl="2" marL="1371600">
              <a:spcBef>
                <a:spcPts val="0"/>
              </a:spcBef>
              <a:spcAft>
                <a:spcPts val="0"/>
              </a:spcAft>
              <a:buClr>
                <a:schemeClr val="dk2"/>
              </a:buClr>
              <a:buSzPts val="900"/>
              <a:buFont typeface="Lexend Light"/>
              <a:buChar char="■"/>
              <a:defRPr>
                <a:solidFill>
                  <a:schemeClr val="dk2"/>
                </a:solidFill>
              </a:defRPr>
            </a:lvl3pPr>
            <a:lvl4pPr indent="-285750" lvl="3" marL="1828800">
              <a:spcBef>
                <a:spcPts val="0"/>
              </a:spcBef>
              <a:spcAft>
                <a:spcPts val="0"/>
              </a:spcAft>
              <a:buClr>
                <a:schemeClr val="dk2"/>
              </a:buClr>
              <a:buSzPts val="900"/>
              <a:buFont typeface="Lexend Light"/>
              <a:buChar char="●"/>
              <a:defRPr>
                <a:solidFill>
                  <a:schemeClr val="dk2"/>
                </a:solidFill>
              </a:defRPr>
            </a:lvl4pPr>
            <a:lvl5pPr indent="-285750" lvl="4" marL="2286000">
              <a:spcBef>
                <a:spcPts val="0"/>
              </a:spcBef>
              <a:spcAft>
                <a:spcPts val="0"/>
              </a:spcAft>
              <a:buClr>
                <a:schemeClr val="dk2"/>
              </a:buClr>
              <a:buSzPts val="900"/>
              <a:buFont typeface="Lexend Light"/>
              <a:buChar char="○"/>
              <a:defRPr>
                <a:solidFill>
                  <a:schemeClr val="dk2"/>
                </a:solidFill>
              </a:defRPr>
            </a:lvl5pPr>
            <a:lvl6pPr indent="-285750" lvl="5" marL="2743200">
              <a:spcBef>
                <a:spcPts val="0"/>
              </a:spcBef>
              <a:spcAft>
                <a:spcPts val="0"/>
              </a:spcAft>
              <a:buClr>
                <a:schemeClr val="dk2"/>
              </a:buClr>
              <a:buSzPts val="900"/>
              <a:buFont typeface="Lexend Light"/>
              <a:buChar char="■"/>
              <a:defRPr>
                <a:solidFill>
                  <a:schemeClr val="dk2"/>
                </a:solidFill>
              </a:defRPr>
            </a:lvl6pPr>
            <a:lvl7pPr indent="-285750" lvl="6" marL="3200400">
              <a:spcBef>
                <a:spcPts val="0"/>
              </a:spcBef>
              <a:spcAft>
                <a:spcPts val="0"/>
              </a:spcAft>
              <a:buClr>
                <a:schemeClr val="dk2"/>
              </a:buClr>
              <a:buSzPts val="900"/>
              <a:buFont typeface="Lexend Light"/>
              <a:buChar char="●"/>
              <a:defRPr>
                <a:solidFill>
                  <a:schemeClr val="dk2"/>
                </a:solidFill>
              </a:defRPr>
            </a:lvl7pPr>
            <a:lvl8pPr indent="-285750" lvl="7" marL="3657600">
              <a:spcBef>
                <a:spcPts val="0"/>
              </a:spcBef>
              <a:spcAft>
                <a:spcPts val="0"/>
              </a:spcAft>
              <a:buClr>
                <a:schemeClr val="dk2"/>
              </a:buClr>
              <a:buSzPts val="900"/>
              <a:buFont typeface="Lexend Light"/>
              <a:buChar char="○"/>
              <a:defRPr>
                <a:solidFill>
                  <a:schemeClr val="dk2"/>
                </a:solidFill>
              </a:defRPr>
            </a:lvl8pPr>
            <a:lvl9pPr indent="-285750" lvl="8" marL="4114800">
              <a:spcBef>
                <a:spcPts val="0"/>
              </a:spcBef>
              <a:spcAft>
                <a:spcPts val="0"/>
              </a:spcAft>
              <a:buClr>
                <a:schemeClr val="dk2"/>
              </a:buClr>
              <a:buSzPts val="900"/>
              <a:buFont typeface="Lexend Light"/>
              <a:buChar char="■"/>
              <a:defRPr>
                <a:solidFill>
                  <a:schemeClr val="dk2"/>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earch / Finding">
  <p:cSld name="CUSTOM_7">
    <p:spTree>
      <p:nvGrpSpPr>
        <p:cNvPr id="375" name="Shape 375"/>
        <p:cNvGrpSpPr/>
        <p:nvPr/>
      </p:nvGrpSpPr>
      <p:grpSpPr>
        <a:xfrm>
          <a:off x="0" y="0"/>
          <a:ext cx="0" cy="0"/>
          <a:chOff x="0" y="0"/>
          <a:chExt cx="0" cy="0"/>
        </a:xfrm>
      </p:grpSpPr>
      <p:sp>
        <p:nvSpPr>
          <p:cNvPr id="376" name="Google Shape;376;p53"/>
          <p:cNvSpPr/>
          <p:nvPr>
            <p:ph idx="2" type="pic"/>
          </p:nvPr>
        </p:nvSpPr>
        <p:spPr>
          <a:xfrm>
            <a:off x="228600" y="1984250"/>
            <a:ext cx="2517600" cy="2927400"/>
          </a:xfrm>
          <a:prstGeom prst="rect">
            <a:avLst/>
          </a:prstGeom>
          <a:noFill/>
          <a:ln>
            <a:noFill/>
          </a:ln>
        </p:spPr>
      </p:sp>
      <p:sp>
        <p:nvSpPr>
          <p:cNvPr id="377" name="Google Shape;377;p53"/>
          <p:cNvSpPr/>
          <p:nvPr>
            <p:ph idx="3" type="pic"/>
          </p:nvPr>
        </p:nvSpPr>
        <p:spPr>
          <a:xfrm>
            <a:off x="2972440" y="1984250"/>
            <a:ext cx="2623500" cy="2927400"/>
          </a:xfrm>
          <a:prstGeom prst="rect">
            <a:avLst/>
          </a:prstGeom>
          <a:noFill/>
          <a:ln>
            <a:noFill/>
          </a:ln>
        </p:spPr>
      </p:sp>
      <p:cxnSp>
        <p:nvCxnSpPr>
          <p:cNvPr id="378" name="Google Shape;378;p53"/>
          <p:cNvCxnSpPr/>
          <p:nvPr/>
        </p:nvCxnSpPr>
        <p:spPr>
          <a:xfrm>
            <a:off x="8586257" y="1"/>
            <a:ext cx="0" cy="5144100"/>
          </a:xfrm>
          <a:prstGeom prst="straightConnector1">
            <a:avLst/>
          </a:prstGeom>
          <a:noFill/>
          <a:ln cap="flat" cmpd="sng" w="9525">
            <a:solidFill>
              <a:schemeClr val="accent1"/>
            </a:solidFill>
            <a:prstDash val="solid"/>
            <a:round/>
            <a:headEnd len="med" w="med" type="none"/>
            <a:tailEnd len="med" w="med" type="none"/>
          </a:ln>
        </p:spPr>
      </p:cxnSp>
      <p:sp>
        <p:nvSpPr>
          <p:cNvPr id="379" name="Google Shape;379;p53"/>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380" name="Google Shape;380;p53"/>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500"/>
              <a:buFont typeface="Merriweather Light"/>
              <a:buNone/>
              <a:defRPr sz="1500">
                <a:solidFill>
                  <a:schemeClr val="accent2"/>
                </a:solidFill>
              </a:defRPr>
            </a:lvl1pPr>
            <a:lvl2pPr lvl="1" algn="ctr">
              <a:spcBef>
                <a:spcPts val="0"/>
              </a:spcBef>
              <a:spcAft>
                <a:spcPts val="0"/>
              </a:spcAft>
              <a:buClr>
                <a:schemeClr val="accent2"/>
              </a:buClr>
              <a:buSzPts val="3000"/>
              <a:buNone/>
              <a:defRPr>
                <a:solidFill>
                  <a:schemeClr val="accent2"/>
                </a:solidFill>
              </a:defRPr>
            </a:lvl2pPr>
            <a:lvl3pPr lvl="2" algn="ctr">
              <a:spcBef>
                <a:spcPts val="0"/>
              </a:spcBef>
              <a:spcAft>
                <a:spcPts val="0"/>
              </a:spcAft>
              <a:buClr>
                <a:schemeClr val="accent2"/>
              </a:buClr>
              <a:buSzPts val="3000"/>
              <a:buNone/>
              <a:defRPr>
                <a:solidFill>
                  <a:schemeClr val="accent2"/>
                </a:solidFill>
              </a:defRPr>
            </a:lvl3pPr>
            <a:lvl4pPr lvl="3" algn="ctr">
              <a:spcBef>
                <a:spcPts val="0"/>
              </a:spcBef>
              <a:spcAft>
                <a:spcPts val="0"/>
              </a:spcAft>
              <a:buClr>
                <a:schemeClr val="accent2"/>
              </a:buClr>
              <a:buSzPts val="3000"/>
              <a:buNone/>
              <a:defRPr>
                <a:solidFill>
                  <a:schemeClr val="accent2"/>
                </a:solidFill>
              </a:defRPr>
            </a:lvl4pPr>
            <a:lvl5pPr lvl="4" algn="ctr">
              <a:spcBef>
                <a:spcPts val="0"/>
              </a:spcBef>
              <a:spcAft>
                <a:spcPts val="0"/>
              </a:spcAft>
              <a:buClr>
                <a:schemeClr val="accent2"/>
              </a:buClr>
              <a:buSzPts val="3000"/>
              <a:buNone/>
              <a:defRPr>
                <a:solidFill>
                  <a:schemeClr val="accent2"/>
                </a:solidFill>
              </a:defRPr>
            </a:lvl5pPr>
            <a:lvl6pPr lvl="5" algn="ctr">
              <a:spcBef>
                <a:spcPts val="0"/>
              </a:spcBef>
              <a:spcAft>
                <a:spcPts val="0"/>
              </a:spcAft>
              <a:buClr>
                <a:schemeClr val="accent2"/>
              </a:buClr>
              <a:buSzPts val="3000"/>
              <a:buNone/>
              <a:defRPr>
                <a:solidFill>
                  <a:schemeClr val="accent2"/>
                </a:solidFill>
              </a:defRPr>
            </a:lvl6pPr>
            <a:lvl7pPr lvl="6" algn="ctr">
              <a:spcBef>
                <a:spcPts val="0"/>
              </a:spcBef>
              <a:spcAft>
                <a:spcPts val="0"/>
              </a:spcAft>
              <a:buClr>
                <a:schemeClr val="accent2"/>
              </a:buClr>
              <a:buSzPts val="3000"/>
              <a:buNone/>
              <a:defRPr>
                <a:solidFill>
                  <a:schemeClr val="accent2"/>
                </a:solidFill>
              </a:defRPr>
            </a:lvl7pPr>
            <a:lvl8pPr lvl="7" algn="ctr">
              <a:spcBef>
                <a:spcPts val="0"/>
              </a:spcBef>
              <a:spcAft>
                <a:spcPts val="0"/>
              </a:spcAft>
              <a:buClr>
                <a:schemeClr val="accent2"/>
              </a:buClr>
              <a:buSzPts val="3000"/>
              <a:buNone/>
              <a:defRPr>
                <a:solidFill>
                  <a:schemeClr val="accent2"/>
                </a:solidFill>
              </a:defRPr>
            </a:lvl8pPr>
            <a:lvl9pPr lvl="8" algn="ctr">
              <a:spcBef>
                <a:spcPts val="0"/>
              </a:spcBef>
              <a:spcAft>
                <a:spcPts val="0"/>
              </a:spcAft>
              <a:buClr>
                <a:schemeClr val="accent2"/>
              </a:buClr>
              <a:buSzPts val="3000"/>
              <a:buNone/>
              <a:defRPr>
                <a:solidFill>
                  <a:schemeClr val="accent2"/>
                </a:solidFill>
              </a:defRPr>
            </a:lvl9pPr>
          </a:lstStyle>
          <a:p/>
        </p:txBody>
      </p:sp>
      <p:sp>
        <p:nvSpPr>
          <p:cNvPr id="381" name="Google Shape;381;p53"/>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700"/>
              <a:buFont typeface="Lexend Light"/>
              <a:buNone/>
              <a:defRPr sz="700">
                <a:solidFill>
                  <a:schemeClr val="accent2"/>
                </a:solidFill>
                <a:latin typeface="Lexend Light"/>
                <a:ea typeface="Lexend Light"/>
                <a:cs typeface="Lexend Light"/>
                <a:sym typeface="Lexend Light"/>
              </a:defRPr>
            </a:lvl1pPr>
            <a:lvl2pPr lvl="1" algn="r">
              <a:spcBef>
                <a:spcPts val="0"/>
              </a:spcBef>
              <a:spcAft>
                <a:spcPts val="0"/>
              </a:spcAft>
              <a:buClr>
                <a:schemeClr val="accent2"/>
              </a:buClr>
              <a:buSzPts val="3000"/>
              <a:buNone/>
              <a:defRPr>
                <a:solidFill>
                  <a:schemeClr val="accent2"/>
                </a:solidFill>
              </a:defRPr>
            </a:lvl2pPr>
            <a:lvl3pPr lvl="2" algn="r">
              <a:spcBef>
                <a:spcPts val="0"/>
              </a:spcBef>
              <a:spcAft>
                <a:spcPts val="0"/>
              </a:spcAft>
              <a:buClr>
                <a:schemeClr val="accent2"/>
              </a:buClr>
              <a:buSzPts val="3000"/>
              <a:buNone/>
              <a:defRPr>
                <a:solidFill>
                  <a:schemeClr val="accent2"/>
                </a:solidFill>
              </a:defRPr>
            </a:lvl3pPr>
            <a:lvl4pPr lvl="3" algn="r">
              <a:spcBef>
                <a:spcPts val="0"/>
              </a:spcBef>
              <a:spcAft>
                <a:spcPts val="0"/>
              </a:spcAft>
              <a:buClr>
                <a:schemeClr val="accent2"/>
              </a:buClr>
              <a:buSzPts val="3000"/>
              <a:buNone/>
              <a:defRPr>
                <a:solidFill>
                  <a:schemeClr val="accent2"/>
                </a:solidFill>
              </a:defRPr>
            </a:lvl4pPr>
            <a:lvl5pPr lvl="4" algn="r">
              <a:spcBef>
                <a:spcPts val="0"/>
              </a:spcBef>
              <a:spcAft>
                <a:spcPts val="0"/>
              </a:spcAft>
              <a:buClr>
                <a:schemeClr val="accent2"/>
              </a:buClr>
              <a:buSzPts val="3000"/>
              <a:buNone/>
              <a:defRPr>
                <a:solidFill>
                  <a:schemeClr val="accent2"/>
                </a:solidFill>
              </a:defRPr>
            </a:lvl5pPr>
            <a:lvl6pPr lvl="5" algn="r">
              <a:spcBef>
                <a:spcPts val="0"/>
              </a:spcBef>
              <a:spcAft>
                <a:spcPts val="0"/>
              </a:spcAft>
              <a:buClr>
                <a:schemeClr val="accent2"/>
              </a:buClr>
              <a:buSzPts val="3000"/>
              <a:buNone/>
              <a:defRPr>
                <a:solidFill>
                  <a:schemeClr val="accent2"/>
                </a:solidFill>
              </a:defRPr>
            </a:lvl6pPr>
            <a:lvl7pPr lvl="6" algn="r">
              <a:spcBef>
                <a:spcPts val="0"/>
              </a:spcBef>
              <a:spcAft>
                <a:spcPts val="0"/>
              </a:spcAft>
              <a:buClr>
                <a:schemeClr val="accent2"/>
              </a:buClr>
              <a:buSzPts val="3000"/>
              <a:buNone/>
              <a:defRPr>
                <a:solidFill>
                  <a:schemeClr val="accent2"/>
                </a:solidFill>
              </a:defRPr>
            </a:lvl7pPr>
            <a:lvl8pPr lvl="7" algn="r">
              <a:spcBef>
                <a:spcPts val="0"/>
              </a:spcBef>
              <a:spcAft>
                <a:spcPts val="0"/>
              </a:spcAft>
              <a:buClr>
                <a:schemeClr val="accent2"/>
              </a:buClr>
              <a:buSzPts val="3000"/>
              <a:buNone/>
              <a:defRPr>
                <a:solidFill>
                  <a:schemeClr val="accent2"/>
                </a:solidFill>
              </a:defRPr>
            </a:lvl8pPr>
            <a:lvl9pPr lvl="8" algn="r">
              <a:spcBef>
                <a:spcPts val="0"/>
              </a:spcBef>
              <a:spcAft>
                <a:spcPts val="0"/>
              </a:spcAft>
              <a:buClr>
                <a:schemeClr val="accent2"/>
              </a:buClr>
              <a:buSzPts val="3000"/>
              <a:buNone/>
              <a:defRPr>
                <a:solidFill>
                  <a:schemeClr val="accent2"/>
                </a:solidFill>
              </a:defRPr>
            </a:lvl9pPr>
          </a:lstStyle>
          <a:p/>
        </p:txBody>
      </p:sp>
      <p:sp>
        <p:nvSpPr>
          <p:cNvPr id="382" name="Google Shape;382;p53"/>
          <p:cNvSpPr txBox="1"/>
          <p:nvPr>
            <p:ph idx="6" type="title"/>
          </p:nvPr>
        </p:nvSpPr>
        <p:spPr>
          <a:xfrm>
            <a:off x="239525" y="818400"/>
            <a:ext cx="3139200" cy="1020300"/>
          </a:xfrm>
          <a:prstGeom prst="rect">
            <a:avLst/>
          </a:prstGeom>
        </p:spPr>
        <p:txBody>
          <a:bodyPr anchorCtr="0" anchor="t" bIns="91425" lIns="91425" spcFirstLastPara="1" rIns="91425" wrap="square" tIns="91425">
            <a:noAutofit/>
          </a:bodyPr>
          <a:lstStyle>
            <a:lvl1pPr lvl="0">
              <a:spcBef>
                <a:spcPts val="0"/>
              </a:spcBef>
              <a:spcAft>
                <a:spcPts val="0"/>
              </a:spcAft>
              <a:buSzPts val="3000"/>
              <a:buFont typeface="Merriweather Light"/>
              <a:buNone/>
              <a:defRPr/>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83" name="Google Shape;383;p53"/>
          <p:cNvSpPr txBox="1"/>
          <p:nvPr>
            <p:ph idx="7" type="title"/>
          </p:nvPr>
        </p:nvSpPr>
        <p:spPr>
          <a:xfrm>
            <a:off x="228600" y="219850"/>
            <a:ext cx="2048100" cy="297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00"/>
              <a:buFont typeface="Lexend Light"/>
              <a:buNone/>
              <a:defRPr sz="900">
                <a:latin typeface="Lexend Light"/>
                <a:ea typeface="Lexend Light"/>
                <a:cs typeface="Lexend Light"/>
                <a:sym typeface="Lexend Ligh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53"/>
          <p:cNvSpPr/>
          <p:nvPr>
            <p:ph idx="8" type="pic"/>
          </p:nvPr>
        </p:nvSpPr>
        <p:spPr>
          <a:xfrm>
            <a:off x="5760651" y="1984250"/>
            <a:ext cx="2822700" cy="2927400"/>
          </a:xfrm>
          <a:prstGeom prst="rect">
            <a:avLst/>
          </a:prstGeom>
          <a:noFill/>
          <a:ln>
            <a:noFill/>
          </a:ln>
        </p:spPr>
      </p:sp>
      <p:sp>
        <p:nvSpPr>
          <p:cNvPr id="385" name="Google Shape;385;p53"/>
          <p:cNvSpPr txBox="1"/>
          <p:nvPr>
            <p:ph idx="1" type="body"/>
          </p:nvPr>
        </p:nvSpPr>
        <p:spPr>
          <a:xfrm>
            <a:off x="4494275" y="219850"/>
            <a:ext cx="3319200" cy="1183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2"/>
              </a:buClr>
              <a:buSzPts val="1200"/>
              <a:buFont typeface="Lexend Light"/>
              <a:buChar char="●"/>
              <a:defRPr sz="1200">
                <a:solidFill>
                  <a:schemeClr val="dk2"/>
                </a:solidFill>
              </a:defRPr>
            </a:lvl1pPr>
            <a:lvl2pPr indent="-304800" lvl="1" marL="914400">
              <a:spcBef>
                <a:spcPts val="0"/>
              </a:spcBef>
              <a:spcAft>
                <a:spcPts val="0"/>
              </a:spcAft>
              <a:buClr>
                <a:schemeClr val="dk2"/>
              </a:buClr>
              <a:buSzPts val="1200"/>
              <a:buFont typeface="Lexend Light"/>
              <a:buChar char="○"/>
              <a:defRPr sz="1200">
                <a:solidFill>
                  <a:schemeClr val="dk2"/>
                </a:solidFill>
              </a:defRPr>
            </a:lvl2pPr>
            <a:lvl3pPr indent="-304800" lvl="2" marL="1371600">
              <a:spcBef>
                <a:spcPts val="0"/>
              </a:spcBef>
              <a:spcAft>
                <a:spcPts val="0"/>
              </a:spcAft>
              <a:buClr>
                <a:schemeClr val="dk2"/>
              </a:buClr>
              <a:buSzPts val="1200"/>
              <a:buFont typeface="Lexend Light"/>
              <a:buChar char="■"/>
              <a:defRPr sz="1200">
                <a:solidFill>
                  <a:schemeClr val="dk2"/>
                </a:solidFill>
              </a:defRPr>
            </a:lvl3pPr>
            <a:lvl4pPr indent="-304800" lvl="3" marL="1828800">
              <a:spcBef>
                <a:spcPts val="0"/>
              </a:spcBef>
              <a:spcAft>
                <a:spcPts val="0"/>
              </a:spcAft>
              <a:buClr>
                <a:schemeClr val="dk2"/>
              </a:buClr>
              <a:buSzPts val="1200"/>
              <a:buFont typeface="Lexend Light"/>
              <a:buChar char="●"/>
              <a:defRPr sz="1200">
                <a:solidFill>
                  <a:schemeClr val="dk2"/>
                </a:solidFill>
              </a:defRPr>
            </a:lvl4pPr>
            <a:lvl5pPr indent="-304800" lvl="4" marL="2286000">
              <a:spcBef>
                <a:spcPts val="0"/>
              </a:spcBef>
              <a:spcAft>
                <a:spcPts val="0"/>
              </a:spcAft>
              <a:buClr>
                <a:schemeClr val="dk2"/>
              </a:buClr>
              <a:buSzPts val="1200"/>
              <a:buFont typeface="Lexend Light"/>
              <a:buChar char="○"/>
              <a:defRPr sz="1200">
                <a:solidFill>
                  <a:schemeClr val="dk2"/>
                </a:solidFill>
              </a:defRPr>
            </a:lvl5pPr>
            <a:lvl6pPr indent="-304800" lvl="5" marL="2743200">
              <a:spcBef>
                <a:spcPts val="0"/>
              </a:spcBef>
              <a:spcAft>
                <a:spcPts val="0"/>
              </a:spcAft>
              <a:buClr>
                <a:schemeClr val="dk2"/>
              </a:buClr>
              <a:buSzPts val="1200"/>
              <a:buFont typeface="Lexend Light"/>
              <a:buChar char="■"/>
              <a:defRPr sz="1200">
                <a:solidFill>
                  <a:schemeClr val="dk2"/>
                </a:solidFill>
              </a:defRPr>
            </a:lvl6pPr>
            <a:lvl7pPr indent="-304800" lvl="6" marL="3200400">
              <a:spcBef>
                <a:spcPts val="0"/>
              </a:spcBef>
              <a:spcAft>
                <a:spcPts val="0"/>
              </a:spcAft>
              <a:buClr>
                <a:schemeClr val="dk2"/>
              </a:buClr>
              <a:buSzPts val="1200"/>
              <a:buFont typeface="Lexend Light"/>
              <a:buChar char="●"/>
              <a:defRPr sz="1200">
                <a:solidFill>
                  <a:schemeClr val="dk2"/>
                </a:solidFill>
              </a:defRPr>
            </a:lvl7pPr>
            <a:lvl8pPr indent="-304800" lvl="7" marL="3657600">
              <a:spcBef>
                <a:spcPts val="0"/>
              </a:spcBef>
              <a:spcAft>
                <a:spcPts val="0"/>
              </a:spcAft>
              <a:buClr>
                <a:schemeClr val="dk2"/>
              </a:buClr>
              <a:buSzPts val="1200"/>
              <a:buFont typeface="Lexend Light"/>
              <a:buChar char="○"/>
              <a:defRPr sz="1200">
                <a:solidFill>
                  <a:schemeClr val="dk2"/>
                </a:solidFill>
              </a:defRPr>
            </a:lvl8pPr>
            <a:lvl9pPr indent="-304800" lvl="8" marL="4114800">
              <a:spcBef>
                <a:spcPts val="0"/>
              </a:spcBef>
              <a:spcAft>
                <a:spcPts val="0"/>
              </a:spcAft>
              <a:buClr>
                <a:schemeClr val="dk2"/>
              </a:buClr>
              <a:buSzPts val="1200"/>
              <a:buFont typeface="Lexend Light"/>
              <a:buChar char="■"/>
              <a:defRPr sz="1200">
                <a:solidFill>
                  <a:schemeClr val="dk2"/>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1" Type="http://schemas.openxmlformats.org/officeDocument/2006/relationships/theme" Target="../theme/theme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219850"/>
            <a:ext cx="5962800" cy="8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1pPr>
            <a:lvl2pPr lvl="1">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2pPr>
            <a:lvl3pPr lvl="2">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3pPr>
            <a:lvl4pPr lvl="3">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4pPr>
            <a:lvl5pPr lvl="4">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5pPr>
            <a:lvl6pPr lvl="5">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6pPr>
            <a:lvl7pPr lvl="6">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7pPr>
            <a:lvl8pPr lvl="7">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8pPr>
            <a:lvl9pPr lvl="8">
              <a:spcBef>
                <a:spcPts val="0"/>
              </a:spcBef>
              <a:spcAft>
                <a:spcPts val="0"/>
              </a:spcAft>
              <a:buClr>
                <a:schemeClr val="dk1"/>
              </a:buClr>
              <a:buSzPts val="3000"/>
              <a:buFont typeface="Merriweather Light"/>
              <a:buNone/>
              <a:defRPr sz="3000">
                <a:solidFill>
                  <a:schemeClr val="dk1"/>
                </a:solidFill>
                <a:latin typeface="Merriweather Light"/>
                <a:ea typeface="Merriweather Light"/>
                <a:cs typeface="Merriweather Light"/>
                <a:sym typeface="Merriweather Light"/>
              </a:defRPr>
            </a:lvl9pPr>
          </a:lstStyle>
          <a:p/>
        </p:txBody>
      </p:sp>
      <p:sp>
        <p:nvSpPr>
          <p:cNvPr id="52" name="Google Shape;52;p13"/>
          <p:cNvSpPr txBox="1"/>
          <p:nvPr>
            <p:ph idx="1" type="body"/>
          </p:nvPr>
        </p:nvSpPr>
        <p:spPr>
          <a:xfrm>
            <a:off x="4658875" y="1403700"/>
            <a:ext cx="4256400" cy="20676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1pPr>
            <a:lvl2pPr indent="-285750" lvl="1" marL="9144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2pPr>
            <a:lvl3pPr indent="-285750" lvl="2" marL="13716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3pPr>
            <a:lvl4pPr indent="-285750" lvl="3" marL="18288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4pPr>
            <a:lvl5pPr indent="-285750" lvl="4" marL="22860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5pPr>
            <a:lvl6pPr indent="-285750" lvl="5" marL="27432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6pPr>
            <a:lvl7pPr indent="-285750" lvl="6" marL="32004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7pPr>
            <a:lvl8pPr indent="-285750" lvl="7" marL="36576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8pPr>
            <a:lvl9pPr indent="-285750" lvl="8" marL="4114800">
              <a:spcBef>
                <a:spcPts val="0"/>
              </a:spcBef>
              <a:spcAft>
                <a:spcPts val="0"/>
              </a:spcAft>
              <a:buClr>
                <a:schemeClr val="dk1"/>
              </a:buClr>
              <a:buSzPts val="900"/>
              <a:buFont typeface="Lexend Light"/>
              <a:buChar char="■"/>
              <a:defRPr sz="900">
                <a:solidFill>
                  <a:schemeClr val="dk1"/>
                </a:solidFill>
                <a:latin typeface="Lexend Light"/>
                <a:ea typeface="Lexend Light"/>
                <a:cs typeface="Lexend Light"/>
                <a:sym typeface="Lexend Light"/>
              </a:defRPr>
            </a:lvl9pPr>
          </a:lstStyle>
          <a:p/>
        </p:txBody>
      </p:sp>
      <p:sp>
        <p:nvSpPr>
          <p:cNvPr id="53" name="Google Shape;5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Lexend Light"/>
                <a:ea typeface="Lexend Light"/>
                <a:cs typeface="Lexend Light"/>
                <a:sym typeface="Lexend Light"/>
              </a:defRPr>
            </a:lvl1pPr>
            <a:lvl2pPr lvl="1" algn="r">
              <a:buNone/>
              <a:defRPr sz="1300">
                <a:solidFill>
                  <a:schemeClr val="dk1"/>
                </a:solidFill>
                <a:latin typeface="Lexend Light"/>
                <a:ea typeface="Lexend Light"/>
                <a:cs typeface="Lexend Light"/>
                <a:sym typeface="Lexend Light"/>
              </a:defRPr>
            </a:lvl2pPr>
            <a:lvl3pPr lvl="2" algn="r">
              <a:buNone/>
              <a:defRPr sz="1300">
                <a:solidFill>
                  <a:schemeClr val="dk1"/>
                </a:solidFill>
                <a:latin typeface="Lexend Light"/>
                <a:ea typeface="Lexend Light"/>
                <a:cs typeface="Lexend Light"/>
                <a:sym typeface="Lexend Light"/>
              </a:defRPr>
            </a:lvl3pPr>
            <a:lvl4pPr lvl="3" algn="r">
              <a:buNone/>
              <a:defRPr sz="1300">
                <a:solidFill>
                  <a:schemeClr val="dk1"/>
                </a:solidFill>
                <a:latin typeface="Lexend Light"/>
                <a:ea typeface="Lexend Light"/>
                <a:cs typeface="Lexend Light"/>
                <a:sym typeface="Lexend Light"/>
              </a:defRPr>
            </a:lvl4pPr>
            <a:lvl5pPr lvl="4" algn="r">
              <a:buNone/>
              <a:defRPr sz="1300">
                <a:solidFill>
                  <a:schemeClr val="dk1"/>
                </a:solidFill>
                <a:latin typeface="Lexend Light"/>
                <a:ea typeface="Lexend Light"/>
                <a:cs typeface="Lexend Light"/>
                <a:sym typeface="Lexend Light"/>
              </a:defRPr>
            </a:lvl5pPr>
            <a:lvl6pPr lvl="5" algn="r">
              <a:buNone/>
              <a:defRPr sz="1300">
                <a:solidFill>
                  <a:schemeClr val="dk1"/>
                </a:solidFill>
                <a:latin typeface="Lexend Light"/>
                <a:ea typeface="Lexend Light"/>
                <a:cs typeface="Lexend Light"/>
                <a:sym typeface="Lexend Light"/>
              </a:defRPr>
            </a:lvl6pPr>
            <a:lvl7pPr lvl="6" algn="r">
              <a:buNone/>
              <a:defRPr sz="1300">
                <a:solidFill>
                  <a:schemeClr val="dk1"/>
                </a:solidFill>
                <a:latin typeface="Lexend Light"/>
                <a:ea typeface="Lexend Light"/>
                <a:cs typeface="Lexend Light"/>
                <a:sym typeface="Lexend Light"/>
              </a:defRPr>
            </a:lvl7pPr>
            <a:lvl8pPr lvl="7" algn="r">
              <a:buNone/>
              <a:defRPr sz="1300">
                <a:solidFill>
                  <a:schemeClr val="dk1"/>
                </a:solidFill>
                <a:latin typeface="Lexend Light"/>
                <a:ea typeface="Lexend Light"/>
                <a:cs typeface="Lexend Light"/>
                <a:sym typeface="Lexend Light"/>
              </a:defRPr>
            </a:lvl8pPr>
            <a:lvl9pPr lvl="8" algn="r">
              <a:buNone/>
              <a:defRPr sz="1300">
                <a:solidFill>
                  <a:schemeClr val="dk1"/>
                </a:solidFill>
                <a:latin typeface="Lexend Light"/>
                <a:ea typeface="Lexend Light"/>
                <a:cs typeface="Lexend Light"/>
                <a:sym typeface="Lexend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E46962"/>
          </p15:clr>
        </p15:guide>
        <p15:guide id="2" pos="734">
          <p15:clr>
            <a:srgbClr val="E46962"/>
          </p15:clr>
        </p15:guide>
        <p15:guide id="3" pos="835">
          <p15:clr>
            <a:srgbClr val="E46962"/>
          </p15:clr>
        </p15:guide>
        <p15:guide id="4" pos="245">
          <p15:clr>
            <a:srgbClr val="E46962"/>
          </p15:clr>
        </p15:guide>
        <p15:guide id="5" pos="1538">
          <p15:clr>
            <a:srgbClr val="E46962"/>
          </p15:clr>
        </p15:guide>
        <p15:guide id="6" pos="2128">
          <p15:clr>
            <a:srgbClr val="E46962"/>
          </p15:clr>
        </p15:guide>
        <p15:guide id="7" orient="horz" pos="326">
          <p15:clr>
            <a:srgbClr val="E46962"/>
          </p15:clr>
        </p15:guide>
        <p15:guide id="8" orient="horz" pos="138">
          <p15:clr>
            <a:srgbClr val="E46962"/>
          </p15:clr>
        </p15:guide>
        <p15:guide id="9" orient="horz" pos="516">
          <p15:clr>
            <a:srgbClr val="E46962"/>
          </p15:clr>
        </p15:guide>
        <p15:guide id="10" orient="horz" pos="884">
          <p15:clr>
            <a:srgbClr val="E46962"/>
          </p15:clr>
        </p15:guide>
        <p15:guide id="11" orient="horz" pos="1250">
          <p15:clr>
            <a:srgbClr val="E46962"/>
          </p15:clr>
        </p15:guide>
        <p15:guide id="12" orient="horz" pos="1620">
          <p15:clr>
            <a:srgbClr val="E46962"/>
          </p15:clr>
        </p15:guide>
        <p15:guide id="13" orient="horz" pos="3097">
          <p15:clr>
            <a:srgbClr val="E46962"/>
          </p15:clr>
        </p15:guide>
        <p15:guide id="14" pos="2831">
          <p15:clr>
            <a:srgbClr val="E46962"/>
          </p15:clr>
        </p15:guide>
        <p15:guide id="15" pos="3525">
          <p15:clr>
            <a:srgbClr val="E46962"/>
          </p15:clr>
        </p15:guide>
        <p15:guide id="16" pos="3629">
          <p15:clr>
            <a:srgbClr val="E46962"/>
          </p15:clr>
        </p15:guide>
        <p15:guide id="17" pos="4219">
          <p15:clr>
            <a:srgbClr val="E46962"/>
          </p15:clr>
        </p15:guide>
        <p15:guide id="18" pos="4332">
          <p15:clr>
            <a:srgbClr val="E46962"/>
          </p15:clr>
        </p15:guide>
        <p15:guide id="19" pos="4922">
          <p15:clr>
            <a:srgbClr val="E46962"/>
          </p15:clr>
        </p15:guide>
        <p15:guide id="20" pos="5026">
          <p15:clr>
            <a:srgbClr val="E46962"/>
          </p15:clr>
        </p15:guide>
        <p15:guide id="21" pos="2241">
          <p15:clr>
            <a:srgbClr val="E46962"/>
          </p15:clr>
        </p15:guide>
        <p15:guide id="22" pos="2935">
          <p15:clr>
            <a:srgbClr val="E46962"/>
          </p15:clr>
        </p15:guide>
        <p15:guide id="23" pos="561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89" name="Shape 389"/>
        <p:cNvGrpSpPr/>
        <p:nvPr/>
      </p:nvGrpSpPr>
      <p:grpSpPr>
        <a:xfrm>
          <a:off x="0" y="0"/>
          <a:ext cx="0" cy="0"/>
          <a:chOff x="0" y="0"/>
          <a:chExt cx="0" cy="0"/>
        </a:xfrm>
      </p:grpSpPr>
      <p:sp>
        <p:nvSpPr>
          <p:cNvPr id="390" name="Google Shape;390;p54"/>
          <p:cNvSpPr txBox="1"/>
          <p:nvPr>
            <p:ph type="title"/>
          </p:nvPr>
        </p:nvSpPr>
        <p:spPr>
          <a:xfrm>
            <a:off x="0" y="368700"/>
            <a:ext cx="9144000" cy="899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990"/>
              <a:buNone/>
            </a:pPr>
            <a:r>
              <a:rPr lang="en" sz="4180">
                <a:solidFill>
                  <a:schemeClr val="accent3"/>
                </a:solidFill>
                <a:latin typeface="Merriweather"/>
                <a:ea typeface="Merriweather"/>
                <a:cs typeface="Merriweather"/>
                <a:sym typeface="Merriweather"/>
              </a:rPr>
              <a:t>Mapping the Leaf: From Chá to Tea</a:t>
            </a:r>
            <a:endParaRPr sz="10120">
              <a:solidFill>
                <a:schemeClr val="accent3"/>
              </a:solidFill>
              <a:latin typeface="Merriweather"/>
              <a:ea typeface="Merriweather"/>
              <a:cs typeface="Merriweather"/>
              <a:sym typeface="Merriweather"/>
            </a:endParaRPr>
          </a:p>
        </p:txBody>
      </p:sp>
      <p:sp>
        <p:nvSpPr>
          <p:cNvPr id="391" name="Google Shape;391;p54"/>
          <p:cNvSpPr txBox="1"/>
          <p:nvPr>
            <p:ph idx="3" type="body"/>
          </p:nvPr>
        </p:nvSpPr>
        <p:spPr>
          <a:xfrm>
            <a:off x="0" y="1089050"/>
            <a:ext cx="6324900" cy="802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None/>
            </a:pPr>
            <a:r>
              <a:rPr i="1" lang="en" sz="1900">
                <a:solidFill>
                  <a:schemeClr val="dk1"/>
                </a:solidFill>
                <a:latin typeface="Lexend"/>
                <a:ea typeface="Lexend"/>
                <a:cs typeface="Lexend"/>
                <a:sym typeface="Lexend"/>
              </a:rPr>
              <a:t>How ancient trade routes shaped how we say “tea”</a:t>
            </a:r>
            <a:endParaRPr sz="100">
              <a:solidFill>
                <a:schemeClr val="dk1"/>
              </a:solidFill>
            </a:endParaRPr>
          </a:p>
        </p:txBody>
      </p:sp>
      <p:sp>
        <p:nvSpPr>
          <p:cNvPr id="392" name="Google Shape;392;p54"/>
          <p:cNvSpPr txBox="1"/>
          <p:nvPr>
            <p:ph idx="1" type="subTitle"/>
          </p:nvPr>
        </p:nvSpPr>
        <p:spPr>
          <a:xfrm>
            <a:off x="5029075" y="4015400"/>
            <a:ext cx="3975300" cy="899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n" sz="1300">
                <a:latin typeface="Lexend Light"/>
                <a:ea typeface="Lexend Light"/>
                <a:cs typeface="Lexend Light"/>
                <a:sym typeface="Lexend Light"/>
              </a:rPr>
              <a:t>Claire Hattaway ∥ och240</a:t>
            </a:r>
            <a:endParaRPr sz="1300">
              <a:latin typeface="Lexend Light"/>
              <a:ea typeface="Lexend Light"/>
              <a:cs typeface="Lexend Light"/>
              <a:sym typeface="Lexend Light"/>
            </a:endParaRPr>
          </a:p>
          <a:p>
            <a:pPr indent="0" lvl="0" marL="0" rtl="0" algn="r">
              <a:spcBef>
                <a:spcPts val="0"/>
              </a:spcBef>
              <a:spcAft>
                <a:spcPts val="0"/>
              </a:spcAft>
              <a:buClr>
                <a:schemeClr val="dk1"/>
              </a:buClr>
              <a:buSzPts val="1100"/>
              <a:buFont typeface="Arial"/>
              <a:buNone/>
            </a:pPr>
            <a:r>
              <a:rPr lang="en" sz="1300">
                <a:latin typeface="Lexend Light"/>
                <a:ea typeface="Lexend Light"/>
                <a:cs typeface="Lexend Light"/>
                <a:sym typeface="Lexend Light"/>
              </a:rPr>
              <a:t>NYU CS-GY 6313 Information Visualization</a:t>
            </a:r>
            <a:endParaRPr sz="2200">
              <a:latin typeface="Lexend Light"/>
              <a:ea typeface="Lexend Light"/>
              <a:cs typeface="Lexend Light"/>
              <a:sym typeface="Lexend Light"/>
            </a:endParaRPr>
          </a:p>
        </p:txBody>
      </p:sp>
      <p:sp>
        <p:nvSpPr>
          <p:cNvPr id="393" name="Google Shape;393;p54"/>
          <p:cNvSpPr txBox="1"/>
          <p:nvPr>
            <p:ph idx="4" type="body"/>
          </p:nvPr>
        </p:nvSpPr>
        <p:spPr>
          <a:xfrm>
            <a:off x="228600" y="4597400"/>
            <a:ext cx="3150000" cy="31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EXAMPLE.COM</a:t>
            </a:r>
            <a:endParaRPr/>
          </a:p>
        </p:txBody>
      </p:sp>
      <p:pic>
        <p:nvPicPr>
          <p:cNvPr id="394" name="Google Shape;394;p54"/>
          <p:cNvPicPr preferRelativeResize="0"/>
          <p:nvPr/>
        </p:nvPicPr>
        <p:blipFill>
          <a:blip r:embed="rId3">
            <a:alphaModFix/>
          </a:blip>
          <a:stretch>
            <a:fillRect/>
          </a:stretch>
        </p:blipFill>
        <p:spPr>
          <a:xfrm>
            <a:off x="0" y="1639371"/>
            <a:ext cx="5029073" cy="2809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5"/>
          <p:cNvSpPr txBox="1"/>
          <p:nvPr>
            <p:ph idx="5"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Mapping the Leaf</a:t>
            </a:r>
            <a:endParaRPr/>
          </a:p>
        </p:txBody>
      </p:sp>
      <p:sp>
        <p:nvSpPr>
          <p:cNvPr id="400" name="Google Shape;400;p55"/>
          <p:cNvSpPr txBox="1"/>
          <p:nvPr>
            <p:ph type="title"/>
          </p:nvPr>
        </p:nvSpPr>
        <p:spPr>
          <a:xfrm>
            <a:off x="228600" y="219850"/>
            <a:ext cx="7740000" cy="1220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t>Problem and Motivation</a:t>
            </a:r>
            <a:endParaRPr/>
          </a:p>
        </p:txBody>
      </p:sp>
      <p:sp>
        <p:nvSpPr>
          <p:cNvPr id="401" name="Google Shape;401;p55"/>
          <p:cNvSpPr txBox="1"/>
          <p:nvPr>
            <p:ph idx="1" type="body"/>
          </p:nvPr>
        </p:nvSpPr>
        <p:spPr>
          <a:xfrm>
            <a:off x="4658875" y="1984250"/>
            <a:ext cx="3319200" cy="2154900"/>
          </a:xfrm>
          <a:prstGeom prst="rect">
            <a:avLst/>
          </a:prstGeom>
        </p:spPr>
        <p:txBody>
          <a:bodyPr anchorCtr="0" anchor="t" bIns="91425" lIns="91425" spcFirstLastPara="1" rIns="91425" wrap="square" tIns="91425">
            <a:noAutofit/>
          </a:bodyPr>
          <a:lstStyle/>
          <a:p>
            <a:pPr indent="-285750" lvl="0" marL="457200" rtl="0" algn="l">
              <a:lnSpc>
                <a:spcPct val="110000"/>
              </a:lnSpc>
              <a:spcBef>
                <a:spcPts val="0"/>
              </a:spcBef>
              <a:spcAft>
                <a:spcPts val="0"/>
              </a:spcAft>
              <a:buClr>
                <a:schemeClr val="dk1"/>
              </a:buClr>
              <a:buSzPts val="900"/>
              <a:buChar char="●"/>
            </a:pPr>
            <a:r>
              <a:rPr lang="en">
                <a:solidFill>
                  <a:schemeClr val="dk1"/>
                </a:solidFill>
              </a:rPr>
              <a:t>Most languages around the world come from only two variations of the word “tea”.</a:t>
            </a:r>
            <a:endParaRPr>
              <a:solidFill>
                <a:schemeClr val="dk1"/>
              </a:solidFill>
            </a:endParaRPr>
          </a:p>
          <a:p>
            <a:pPr indent="-285750" lvl="1" marL="914400" rtl="0" algn="l">
              <a:lnSpc>
                <a:spcPct val="110000"/>
              </a:lnSpc>
              <a:spcBef>
                <a:spcPts val="0"/>
              </a:spcBef>
              <a:spcAft>
                <a:spcPts val="0"/>
              </a:spcAft>
              <a:buClr>
                <a:schemeClr val="dk1"/>
              </a:buClr>
              <a:buSzPts val="900"/>
              <a:buChar char="○"/>
            </a:pPr>
            <a:r>
              <a:rPr lang="en">
                <a:solidFill>
                  <a:schemeClr val="dk1"/>
                </a:solidFill>
              </a:rPr>
              <a:t>Min Nan Chinese: “te”</a:t>
            </a:r>
            <a:endParaRPr>
              <a:solidFill>
                <a:schemeClr val="dk1"/>
              </a:solidFill>
            </a:endParaRPr>
          </a:p>
          <a:p>
            <a:pPr indent="-285750" lvl="1" marL="914400" rtl="0" algn="l">
              <a:lnSpc>
                <a:spcPct val="110000"/>
              </a:lnSpc>
              <a:spcBef>
                <a:spcPts val="0"/>
              </a:spcBef>
              <a:spcAft>
                <a:spcPts val="0"/>
              </a:spcAft>
              <a:buClr>
                <a:schemeClr val="dk1"/>
              </a:buClr>
              <a:buSzPts val="900"/>
              <a:buChar char="○"/>
            </a:pPr>
            <a:r>
              <a:rPr lang="en">
                <a:solidFill>
                  <a:schemeClr val="dk1"/>
                </a:solidFill>
              </a:rPr>
              <a:t>Sinitic Chinese: “cha”</a:t>
            </a:r>
            <a:endParaRPr>
              <a:solidFill>
                <a:schemeClr val="dk1"/>
              </a:solidFill>
            </a:endParaRPr>
          </a:p>
          <a:p>
            <a:pPr indent="-285750" lvl="0" marL="457200" rtl="0" algn="l">
              <a:lnSpc>
                <a:spcPct val="110000"/>
              </a:lnSpc>
              <a:spcBef>
                <a:spcPts val="0"/>
              </a:spcBef>
              <a:spcAft>
                <a:spcPts val="0"/>
              </a:spcAft>
              <a:buClr>
                <a:schemeClr val="dk1"/>
              </a:buClr>
              <a:buSzPts val="900"/>
              <a:buChar char="●"/>
            </a:pPr>
            <a:r>
              <a:rPr lang="en">
                <a:solidFill>
                  <a:schemeClr val="dk1"/>
                </a:solidFill>
              </a:rPr>
              <a:t>Trade routes have influenced how “tea” is said globally.</a:t>
            </a:r>
            <a:endParaRPr>
              <a:solidFill>
                <a:schemeClr val="dk1"/>
              </a:solidFill>
            </a:endParaRPr>
          </a:p>
          <a:p>
            <a:pPr indent="-285750" lvl="1" marL="914400" rtl="0" algn="l">
              <a:lnSpc>
                <a:spcPct val="110000"/>
              </a:lnSpc>
              <a:spcBef>
                <a:spcPts val="0"/>
              </a:spcBef>
              <a:spcAft>
                <a:spcPts val="0"/>
              </a:spcAft>
              <a:buClr>
                <a:schemeClr val="dk1"/>
              </a:buClr>
              <a:buSzPts val="900"/>
              <a:buChar char="○"/>
            </a:pPr>
            <a:r>
              <a:rPr lang="en">
                <a:solidFill>
                  <a:schemeClr val="dk1"/>
                </a:solidFill>
              </a:rPr>
              <a:t>Depending on origin of where a region got their tea, variation is determined.</a:t>
            </a:r>
            <a:endParaRPr>
              <a:solidFill>
                <a:schemeClr val="dk1"/>
              </a:solidFill>
            </a:endParaRPr>
          </a:p>
          <a:p>
            <a:pPr indent="-285750" lvl="0" marL="457200" rtl="0" algn="l">
              <a:lnSpc>
                <a:spcPct val="110000"/>
              </a:lnSpc>
              <a:spcBef>
                <a:spcPts val="0"/>
              </a:spcBef>
              <a:spcAft>
                <a:spcPts val="0"/>
              </a:spcAft>
              <a:buClr>
                <a:schemeClr val="dk1"/>
              </a:buClr>
              <a:buSzPts val="900"/>
              <a:buChar char="●"/>
            </a:pPr>
            <a:r>
              <a:rPr lang="en">
                <a:solidFill>
                  <a:schemeClr val="dk1"/>
                </a:solidFill>
              </a:rPr>
              <a:t>No collated visualization of this phenomenon has been visualized to show trade routes or </a:t>
            </a:r>
            <a:r>
              <a:rPr lang="en">
                <a:solidFill>
                  <a:schemeClr val="dk1"/>
                </a:solidFill>
              </a:rPr>
              <a:t>linguistic</a:t>
            </a:r>
            <a:r>
              <a:rPr lang="en">
                <a:solidFill>
                  <a:schemeClr val="dk1"/>
                </a:solidFill>
              </a:rPr>
              <a:t> word </a:t>
            </a:r>
            <a:r>
              <a:rPr lang="en">
                <a:solidFill>
                  <a:schemeClr val="dk1"/>
                </a:solidFill>
              </a:rPr>
              <a:t>forms</a:t>
            </a:r>
            <a:endParaRPr>
              <a:solidFill>
                <a:schemeClr val="dk1"/>
              </a:solidFill>
            </a:endParaRPr>
          </a:p>
        </p:txBody>
      </p:sp>
      <p:sp>
        <p:nvSpPr>
          <p:cNvPr id="402" name="Google Shape;402;p55"/>
          <p:cNvSpPr txBox="1"/>
          <p:nvPr>
            <p:ph idx="3" type="body"/>
          </p:nvPr>
        </p:nvSpPr>
        <p:spPr>
          <a:xfrm>
            <a:off x="228600" y="4179600"/>
            <a:ext cx="3150000" cy="73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EXAMPLE.COM</a:t>
            </a:r>
            <a:endParaRPr/>
          </a:p>
        </p:txBody>
      </p:sp>
      <p:pic>
        <p:nvPicPr>
          <p:cNvPr id="403" name="Google Shape;403;p55"/>
          <p:cNvPicPr preferRelativeResize="0"/>
          <p:nvPr/>
        </p:nvPicPr>
        <p:blipFill>
          <a:blip r:embed="rId3">
            <a:alphaModFix/>
          </a:blip>
          <a:stretch>
            <a:fillRect/>
          </a:stretch>
        </p:blipFill>
        <p:spPr>
          <a:xfrm>
            <a:off x="464050" y="1704300"/>
            <a:ext cx="3954788" cy="24348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56" title="WALS_data.png"/>
          <p:cNvPicPr preferRelativeResize="0"/>
          <p:nvPr>
            <p:ph idx="2" type="pic"/>
          </p:nvPr>
        </p:nvPicPr>
        <p:blipFill rotWithShape="1">
          <a:blip r:embed="rId3">
            <a:alphaModFix/>
          </a:blip>
          <a:srcRect b="0" l="19688" r="19694" t="0"/>
          <a:stretch/>
        </p:blipFill>
        <p:spPr>
          <a:xfrm>
            <a:off x="228600" y="2096275"/>
            <a:ext cx="3914102" cy="2352000"/>
          </a:xfrm>
          <a:prstGeom prst="rect">
            <a:avLst/>
          </a:prstGeom>
        </p:spPr>
      </p:pic>
      <p:sp>
        <p:nvSpPr>
          <p:cNvPr id="409" name="Google Shape;409;p56"/>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Mapping the Leaf</a:t>
            </a:r>
            <a:endParaRPr/>
          </a:p>
        </p:txBody>
      </p:sp>
      <p:sp>
        <p:nvSpPr>
          <p:cNvPr id="410" name="Google Shape;410;p56"/>
          <p:cNvSpPr txBox="1"/>
          <p:nvPr>
            <p:ph idx="6" type="title"/>
          </p:nvPr>
        </p:nvSpPr>
        <p:spPr>
          <a:xfrm>
            <a:off x="228600" y="219850"/>
            <a:ext cx="2048100" cy="2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Datasets</a:t>
            </a:r>
            <a:endParaRPr/>
          </a:p>
        </p:txBody>
      </p:sp>
      <p:sp>
        <p:nvSpPr>
          <p:cNvPr id="411" name="Google Shape;411;p56"/>
          <p:cNvSpPr txBox="1"/>
          <p:nvPr>
            <p:ph idx="9" type="body"/>
          </p:nvPr>
        </p:nvSpPr>
        <p:spPr>
          <a:xfrm>
            <a:off x="229850" y="1328800"/>
            <a:ext cx="3148800" cy="5061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1100"/>
              <a:buNone/>
            </a:pPr>
            <a:r>
              <a:rPr lang="en">
                <a:solidFill>
                  <a:schemeClr val="dk1"/>
                </a:solidFill>
              </a:rPr>
              <a:t>An online compilation of linguistic studies to classify languages into “te” or “cha” derivations.</a:t>
            </a:r>
            <a:endParaRPr>
              <a:solidFill>
                <a:schemeClr val="dk1"/>
              </a:solidFill>
            </a:endParaRPr>
          </a:p>
        </p:txBody>
      </p:sp>
      <p:sp>
        <p:nvSpPr>
          <p:cNvPr id="412" name="Google Shape;412;p56"/>
          <p:cNvSpPr txBox="1"/>
          <p:nvPr>
            <p:ph idx="8" type="title"/>
          </p:nvPr>
        </p:nvSpPr>
        <p:spPr>
          <a:xfrm>
            <a:off x="234600" y="818400"/>
            <a:ext cx="3148800" cy="2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WALS</a:t>
            </a:r>
            <a:endParaRPr/>
          </a:p>
        </p:txBody>
      </p:sp>
      <p:sp>
        <p:nvSpPr>
          <p:cNvPr id="413" name="Google Shape;413;p56"/>
          <p:cNvSpPr txBox="1"/>
          <p:nvPr>
            <p:ph idx="7" type="title"/>
          </p:nvPr>
        </p:nvSpPr>
        <p:spPr>
          <a:xfrm>
            <a:off x="4658875" y="2955425"/>
            <a:ext cx="3319200" cy="2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Lexibank</a:t>
            </a:r>
            <a:endParaRPr/>
          </a:p>
        </p:txBody>
      </p:sp>
      <p:sp>
        <p:nvSpPr>
          <p:cNvPr id="414" name="Google Shape;414;p56"/>
          <p:cNvSpPr txBox="1"/>
          <p:nvPr>
            <p:ph idx="1" type="body"/>
          </p:nvPr>
        </p:nvSpPr>
        <p:spPr>
          <a:xfrm>
            <a:off x="4658875" y="3252725"/>
            <a:ext cx="3148800" cy="14181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1100"/>
              <a:buNone/>
            </a:pPr>
            <a:r>
              <a:rPr lang="en">
                <a:solidFill>
                  <a:schemeClr val="dk1"/>
                </a:solidFill>
              </a:rPr>
              <a:t>Compilation of linguistic studies to provide phonetic word forms and geospatial data of languages and </a:t>
            </a:r>
            <a:r>
              <a:rPr lang="en">
                <a:solidFill>
                  <a:schemeClr val="dk1"/>
                </a:solidFill>
              </a:rPr>
              <a:t>their word form for tea.</a:t>
            </a:r>
            <a:endParaRPr>
              <a:solidFill>
                <a:schemeClr val="dk1"/>
              </a:solidFill>
            </a:endParaRPr>
          </a:p>
        </p:txBody>
      </p:sp>
      <p:pic>
        <p:nvPicPr>
          <p:cNvPr id="415" name="Google Shape;415;p56"/>
          <p:cNvPicPr preferRelativeResize="0"/>
          <p:nvPr/>
        </p:nvPicPr>
        <p:blipFill>
          <a:blip r:embed="rId4">
            <a:alphaModFix/>
          </a:blip>
          <a:stretch>
            <a:fillRect/>
          </a:stretch>
        </p:blipFill>
        <p:spPr>
          <a:xfrm>
            <a:off x="4572000" y="517600"/>
            <a:ext cx="3865899" cy="212849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7"/>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Mapping the Leaf</a:t>
            </a:r>
            <a:endParaRPr/>
          </a:p>
        </p:txBody>
      </p:sp>
      <p:sp>
        <p:nvSpPr>
          <p:cNvPr id="421" name="Google Shape;421;p57"/>
          <p:cNvSpPr txBox="1"/>
          <p:nvPr>
            <p:ph idx="6" type="title"/>
          </p:nvPr>
        </p:nvSpPr>
        <p:spPr>
          <a:xfrm>
            <a:off x="239525" y="818400"/>
            <a:ext cx="3139200" cy="10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Visualization</a:t>
            </a:r>
            <a:endParaRPr/>
          </a:p>
        </p:txBody>
      </p:sp>
      <p:sp>
        <p:nvSpPr>
          <p:cNvPr id="422" name="Google Shape;422;p57"/>
          <p:cNvSpPr txBox="1"/>
          <p:nvPr>
            <p:ph idx="1" type="body"/>
          </p:nvPr>
        </p:nvSpPr>
        <p:spPr>
          <a:xfrm>
            <a:off x="4494275" y="333625"/>
            <a:ext cx="3587100" cy="10701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1100"/>
              <a:buNone/>
            </a:pPr>
            <a:r>
              <a:rPr lang="en">
                <a:solidFill>
                  <a:schemeClr val="dk1"/>
                </a:solidFill>
              </a:rPr>
              <a:t>An interactive and animated map to include word forms, historical milestones, and influential trade routes</a:t>
            </a:r>
            <a:endParaRPr>
              <a:solidFill>
                <a:schemeClr val="dk1"/>
              </a:solidFill>
            </a:endParaRPr>
          </a:p>
          <a:p>
            <a:pPr indent="0" lvl="0" marL="0" rtl="0" algn="l">
              <a:lnSpc>
                <a:spcPct val="110000"/>
              </a:lnSpc>
              <a:spcBef>
                <a:spcPts val="0"/>
              </a:spcBef>
              <a:spcAft>
                <a:spcPts val="0"/>
              </a:spcAft>
              <a:buClr>
                <a:schemeClr val="dk1"/>
              </a:buClr>
              <a:buSzPts val="1100"/>
              <a:buNone/>
            </a:pPr>
            <a:r>
              <a:t/>
            </a:r>
            <a:endParaRPr>
              <a:solidFill>
                <a:schemeClr val="dk1"/>
              </a:solidFill>
            </a:endParaRPr>
          </a:p>
          <a:p>
            <a:pPr indent="0" lvl="0" marL="0" rtl="0" algn="l">
              <a:lnSpc>
                <a:spcPct val="110000"/>
              </a:lnSpc>
              <a:spcBef>
                <a:spcPts val="0"/>
              </a:spcBef>
              <a:spcAft>
                <a:spcPts val="0"/>
              </a:spcAft>
              <a:buClr>
                <a:schemeClr val="dk1"/>
              </a:buClr>
              <a:buSzPts val="1100"/>
              <a:buNone/>
            </a:pPr>
            <a:r>
              <a:rPr lang="en">
                <a:solidFill>
                  <a:schemeClr val="dk1"/>
                </a:solidFill>
              </a:rPr>
              <a:t>Categorical encoding + time series animation</a:t>
            </a:r>
            <a:endParaRPr>
              <a:solidFill>
                <a:schemeClr val="dk1"/>
              </a:solidFill>
            </a:endParaRPr>
          </a:p>
        </p:txBody>
      </p:sp>
      <p:pic>
        <p:nvPicPr>
          <p:cNvPr id="423" name="Google Shape;423;p57"/>
          <p:cNvPicPr preferRelativeResize="0"/>
          <p:nvPr/>
        </p:nvPicPr>
        <p:blipFill>
          <a:blip r:embed="rId3">
            <a:alphaModFix/>
          </a:blip>
          <a:stretch>
            <a:fillRect/>
          </a:stretch>
        </p:blipFill>
        <p:spPr>
          <a:xfrm>
            <a:off x="1468375" y="1607775"/>
            <a:ext cx="5540792" cy="3355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8"/>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rPr lang="en"/>
              <a:t>Mapping the Leaf</a:t>
            </a:r>
            <a:endParaRPr/>
          </a:p>
        </p:txBody>
      </p:sp>
      <p:sp>
        <p:nvSpPr>
          <p:cNvPr id="429" name="Google Shape;429;p58"/>
          <p:cNvSpPr txBox="1"/>
          <p:nvPr>
            <p:ph idx="7" type="title"/>
          </p:nvPr>
        </p:nvSpPr>
        <p:spPr>
          <a:xfrm>
            <a:off x="231325" y="1403700"/>
            <a:ext cx="3147300" cy="116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Insights</a:t>
            </a:r>
            <a:endParaRPr/>
          </a:p>
        </p:txBody>
      </p:sp>
      <p:sp>
        <p:nvSpPr>
          <p:cNvPr id="430" name="Google Shape;430;p58"/>
          <p:cNvSpPr txBox="1"/>
          <p:nvPr>
            <p:ph idx="1" type="body"/>
          </p:nvPr>
        </p:nvSpPr>
        <p:spPr>
          <a:xfrm>
            <a:off x="229125" y="2149425"/>
            <a:ext cx="3149400" cy="26838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1100"/>
              <a:buFont typeface="Arial"/>
              <a:buNone/>
            </a:pPr>
            <a:r>
              <a:rPr lang="en">
                <a:solidFill>
                  <a:schemeClr val="dk1"/>
                </a:solidFill>
              </a:rPr>
              <a:t>The visualization with trade routes provides a fairly confident view that most languages in Eurasia and South Asia were introduced to tea from the Silk Road, as well as several African countries on the West coast that are in close proximity to the Middle East. For Europe, the Southeast Asian Austronesian islands and the Eastern coast Africa, these cultures most likely were introduced to tea from the Dutch East India Trading Company.</a:t>
            </a:r>
            <a:endParaRPr>
              <a:solidFill>
                <a:schemeClr val="dk1"/>
              </a:solidFill>
            </a:endParaRPr>
          </a:p>
          <a:p>
            <a:pPr indent="0" lvl="0" marL="0" rtl="0" algn="l">
              <a:lnSpc>
                <a:spcPct val="110000"/>
              </a:lnSpc>
              <a:spcBef>
                <a:spcPts val="0"/>
              </a:spcBef>
              <a:spcAft>
                <a:spcPts val="0"/>
              </a:spcAft>
              <a:buClr>
                <a:schemeClr val="dk1"/>
              </a:buClr>
              <a:buSzPts val="1100"/>
              <a:buNone/>
            </a:pPr>
            <a:r>
              <a:t/>
            </a:r>
            <a:endParaRPr>
              <a:solidFill>
                <a:schemeClr val="dk1"/>
              </a:solidFill>
            </a:endParaRPr>
          </a:p>
          <a:p>
            <a:pPr indent="0" lvl="0" marL="0" rtl="0" algn="l">
              <a:lnSpc>
                <a:spcPct val="110000"/>
              </a:lnSpc>
              <a:spcBef>
                <a:spcPts val="0"/>
              </a:spcBef>
              <a:spcAft>
                <a:spcPts val="0"/>
              </a:spcAft>
              <a:buClr>
                <a:schemeClr val="dk1"/>
              </a:buClr>
              <a:buSzPts val="1100"/>
              <a:buNone/>
            </a:pPr>
            <a:r>
              <a:rPr lang="en">
                <a:solidFill>
                  <a:schemeClr val="dk1"/>
                </a:solidFill>
              </a:rPr>
              <a:t>Wi</a:t>
            </a:r>
            <a:r>
              <a:rPr lang="en">
                <a:solidFill>
                  <a:schemeClr val="dk1"/>
                </a:solidFill>
              </a:rPr>
              <a:t>th the added layer of linguistic word forms, there appear to be three subcategories- the known "chai" variation and two additional patterns that have yet to be explored (next slide). Though not definitive, “chai” variation may stem from Altai Mountain region with early civilizations establishing trade with China.</a:t>
            </a:r>
            <a:endParaRPr>
              <a:solidFill>
                <a:schemeClr val="dk1"/>
              </a:solidFill>
            </a:endParaRPr>
          </a:p>
        </p:txBody>
      </p:sp>
      <p:pic>
        <p:nvPicPr>
          <p:cNvPr id="431" name="Google Shape;431;p58"/>
          <p:cNvPicPr preferRelativeResize="0"/>
          <p:nvPr/>
        </p:nvPicPr>
        <p:blipFill>
          <a:blip r:embed="rId3">
            <a:alphaModFix/>
          </a:blip>
          <a:stretch>
            <a:fillRect/>
          </a:stretch>
        </p:blipFill>
        <p:spPr>
          <a:xfrm>
            <a:off x="3535238" y="2149425"/>
            <a:ext cx="4898443" cy="22671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id="436" name="Google Shape;436;p59" title="Ati.png"/>
          <p:cNvPicPr preferRelativeResize="0"/>
          <p:nvPr>
            <p:ph idx="3" type="pic"/>
          </p:nvPr>
        </p:nvPicPr>
        <p:blipFill rotWithShape="1">
          <a:blip r:embed="rId3">
            <a:alphaModFix/>
          </a:blip>
          <a:srcRect b="0" l="3175" r="7880" t="0"/>
          <a:stretch/>
        </p:blipFill>
        <p:spPr>
          <a:xfrm>
            <a:off x="4132269" y="219850"/>
            <a:ext cx="4373619" cy="2150600"/>
          </a:xfrm>
          <a:prstGeom prst="rect">
            <a:avLst/>
          </a:prstGeom>
        </p:spPr>
      </p:pic>
      <p:pic>
        <p:nvPicPr>
          <p:cNvPr id="437" name="Google Shape;437;p59" title="LuLa.png"/>
          <p:cNvPicPr preferRelativeResize="0"/>
          <p:nvPr>
            <p:ph idx="2" type="pic"/>
          </p:nvPr>
        </p:nvPicPr>
        <p:blipFill rotWithShape="1">
          <a:blip r:embed="rId4">
            <a:alphaModFix/>
          </a:blip>
          <a:srcRect b="0" l="880" r="13709" t="0"/>
          <a:stretch/>
        </p:blipFill>
        <p:spPr>
          <a:xfrm>
            <a:off x="228600" y="2656799"/>
            <a:ext cx="4343400" cy="2150601"/>
          </a:xfrm>
          <a:prstGeom prst="rect">
            <a:avLst/>
          </a:prstGeom>
        </p:spPr>
      </p:pic>
      <p:sp>
        <p:nvSpPr>
          <p:cNvPr id="438" name="Google Shape;438;p59"/>
          <p:cNvSpPr txBox="1"/>
          <p:nvPr>
            <p:ph type="title"/>
          </p:nvPr>
        </p:nvSpPr>
        <p:spPr>
          <a:xfrm rot="-5400000">
            <a:off x="8360500" y="443600"/>
            <a:ext cx="1020300" cy="560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chemeClr val="dk1"/>
              </a:buClr>
              <a:buSzPts val="1100"/>
              <a:buNone/>
            </a:pPr>
            <a:r>
              <a:rPr lang="en"/>
              <a:t>PORTFOLIO</a:t>
            </a:r>
            <a:endParaRPr/>
          </a:p>
        </p:txBody>
      </p:sp>
      <p:sp>
        <p:nvSpPr>
          <p:cNvPr id="439" name="Google Shape;439;p59"/>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Design Agency Name</a:t>
            </a:r>
            <a:endParaRPr/>
          </a:p>
        </p:txBody>
      </p:sp>
      <p:sp>
        <p:nvSpPr>
          <p:cNvPr id="440" name="Google Shape;440;p59"/>
          <p:cNvSpPr txBox="1"/>
          <p:nvPr>
            <p:ph idx="5" type="title"/>
          </p:nvPr>
        </p:nvSpPr>
        <p:spPr>
          <a:xfrm>
            <a:off x="8583300" y="4329650"/>
            <a:ext cx="567600" cy="66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None/>
            </a:pPr>
            <a:r>
              <a:rPr lang="en"/>
              <a:t>#</a:t>
            </a:r>
            <a:endParaRPr/>
          </a:p>
        </p:txBody>
      </p:sp>
      <p:sp>
        <p:nvSpPr>
          <p:cNvPr id="441" name="Google Shape;441;p59"/>
          <p:cNvSpPr txBox="1"/>
          <p:nvPr>
            <p:ph idx="6" type="title"/>
          </p:nvPr>
        </p:nvSpPr>
        <p:spPr>
          <a:xfrm>
            <a:off x="228600" y="219850"/>
            <a:ext cx="2384100" cy="2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Contributions: New Patterns Discovered</a:t>
            </a:r>
            <a:endParaRPr/>
          </a:p>
        </p:txBody>
      </p:sp>
      <p:sp>
        <p:nvSpPr>
          <p:cNvPr id="442" name="Google Shape;442;p59"/>
          <p:cNvSpPr txBox="1"/>
          <p:nvPr>
            <p:ph idx="9" type="body"/>
          </p:nvPr>
        </p:nvSpPr>
        <p:spPr>
          <a:xfrm>
            <a:off x="234600" y="1234100"/>
            <a:ext cx="3148800" cy="1033500"/>
          </a:xfrm>
          <a:prstGeom prst="rect">
            <a:avLst/>
          </a:prstGeom>
        </p:spPr>
        <p:txBody>
          <a:bodyPr anchorCtr="0" anchor="t" bIns="91425" lIns="91425" spcFirstLastPara="1" rIns="91425" wrap="square" tIns="91425">
            <a:noAutofit/>
          </a:bodyPr>
          <a:lstStyle/>
          <a:p>
            <a:pPr indent="-285750" lvl="0" marL="457200" rtl="0" algn="l">
              <a:lnSpc>
                <a:spcPct val="110000"/>
              </a:lnSpc>
              <a:spcBef>
                <a:spcPts val="0"/>
              </a:spcBef>
              <a:spcAft>
                <a:spcPts val="0"/>
              </a:spcAft>
              <a:buClr>
                <a:schemeClr val="dk1"/>
              </a:buClr>
              <a:buSzPts val="900"/>
              <a:buChar char="●"/>
            </a:pPr>
            <a:r>
              <a:rPr lang="en">
                <a:solidFill>
                  <a:schemeClr val="dk1"/>
                </a:solidFill>
              </a:rPr>
              <a:t>Rather than having a "ch" or "t" sound at the beginning of their word for tea, these languages have adopted an "l" sound.</a:t>
            </a:r>
            <a:endParaRPr>
              <a:solidFill>
                <a:schemeClr val="dk1"/>
              </a:solidFill>
            </a:endParaRPr>
          </a:p>
          <a:p>
            <a:pPr indent="-285750" lvl="0" marL="457200" rtl="0" algn="l">
              <a:lnSpc>
                <a:spcPct val="110000"/>
              </a:lnSpc>
              <a:spcBef>
                <a:spcPts val="0"/>
              </a:spcBef>
              <a:spcAft>
                <a:spcPts val="0"/>
              </a:spcAft>
              <a:buClr>
                <a:schemeClr val="dk1"/>
              </a:buClr>
              <a:buSzPts val="900"/>
              <a:buChar char="●"/>
            </a:pPr>
            <a:r>
              <a:rPr lang="en">
                <a:solidFill>
                  <a:schemeClr val="dk1"/>
                </a:solidFill>
              </a:rPr>
              <a:t>May suggest that these languages may not have an equivalent of a "ch" sound and adopted a close approximation of a sound, perhaps uncovering an additional linguistic pattern.</a:t>
            </a:r>
            <a:endParaRPr>
              <a:solidFill>
                <a:schemeClr val="dk1"/>
              </a:solidFill>
            </a:endParaRPr>
          </a:p>
        </p:txBody>
      </p:sp>
      <p:sp>
        <p:nvSpPr>
          <p:cNvPr id="443" name="Google Shape;443;p59"/>
          <p:cNvSpPr txBox="1"/>
          <p:nvPr>
            <p:ph idx="8" type="title"/>
          </p:nvPr>
        </p:nvSpPr>
        <p:spPr>
          <a:xfrm>
            <a:off x="234600" y="818400"/>
            <a:ext cx="3148800" cy="2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“la”/”lu” Pattern in Southeast Asia</a:t>
            </a:r>
            <a:endParaRPr/>
          </a:p>
        </p:txBody>
      </p:sp>
      <p:sp>
        <p:nvSpPr>
          <p:cNvPr id="444" name="Google Shape;444;p59"/>
          <p:cNvSpPr txBox="1"/>
          <p:nvPr>
            <p:ph idx="7" type="title"/>
          </p:nvPr>
        </p:nvSpPr>
        <p:spPr>
          <a:xfrm>
            <a:off x="4669800" y="2656800"/>
            <a:ext cx="3417300" cy="2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“A(ti/tay)” Pattern in Northwest Africa</a:t>
            </a:r>
            <a:endParaRPr/>
          </a:p>
        </p:txBody>
      </p:sp>
      <p:sp>
        <p:nvSpPr>
          <p:cNvPr id="445" name="Google Shape;445;p59"/>
          <p:cNvSpPr txBox="1"/>
          <p:nvPr>
            <p:ph idx="1" type="body"/>
          </p:nvPr>
        </p:nvSpPr>
        <p:spPr>
          <a:xfrm>
            <a:off x="4658875" y="3030300"/>
            <a:ext cx="3148800" cy="1886700"/>
          </a:xfrm>
          <a:prstGeom prst="rect">
            <a:avLst/>
          </a:prstGeom>
        </p:spPr>
        <p:txBody>
          <a:bodyPr anchorCtr="0" anchor="t" bIns="91425" lIns="91425" spcFirstLastPara="1" rIns="91425" wrap="square" tIns="91425">
            <a:noAutofit/>
          </a:bodyPr>
          <a:lstStyle/>
          <a:p>
            <a:pPr indent="-285750" lvl="0" marL="457200" rtl="0" algn="l">
              <a:lnSpc>
                <a:spcPct val="110000"/>
              </a:lnSpc>
              <a:spcBef>
                <a:spcPts val="0"/>
              </a:spcBef>
              <a:spcAft>
                <a:spcPts val="0"/>
              </a:spcAft>
              <a:buClr>
                <a:schemeClr val="dk1"/>
              </a:buClr>
              <a:buSzPts val="900"/>
              <a:buChar char="●"/>
            </a:pPr>
            <a:r>
              <a:rPr lang="en">
                <a:solidFill>
                  <a:schemeClr val="dk1"/>
                </a:solidFill>
              </a:rPr>
              <a:t>Add a vowel before a variation of a "ti" or "tay" sound, such as "i" or "a".</a:t>
            </a:r>
            <a:endParaRPr>
              <a:solidFill>
                <a:schemeClr val="dk1"/>
              </a:solidFill>
            </a:endParaRPr>
          </a:p>
          <a:p>
            <a:pPr indent="-285750" lvl="0" marL="457200" rtl="0" algn="l">
              <a:lnSpc>
                <a:spcPct val="110000"/>
              </a:lnSpc>
              <a:spcBef>
                <a:spcPts val="0"/>
              </a:spcBef>
              <a:spcAft>
                <a:spcPts val="0"/>
              </a:spcAft>
              <a:buClr>
                <a:schemeClr val="dk1"/>
              </a:buClr>
              <a:buSzPts val="900"/>
              <a:buChar char="●"/>
            </a:pPr>
            <a:r>
              <a:rPr lang="en">
                <a:solidFill>
                  <a:schemeClr val="dk1"/>
                </a:solidFill>
              </a:rPr>
              <a:t>Could potentially result in additional classifications of several African languages as deriving from "te" with additional phonetic research.</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49" name="Shape 449"/>
        <p:cNvGrpSpPr/>
        <p:nvPr/>
      </p:nvGrpSpPr>
      <p:grpSpPr>
        <a:xfrm>
          <a:off x="0" y="0"/>
          <a:ext cx="0" cy="0"/>
          <a:chOff x="0" y="0"/>
          <a:chExt cx="0" cy="0"/>
        </a:xfrm>
      </p:grpSpPr>
      <p:sp>
        <p:nvSpPr>
          <p:cNvPr id="450" name="Google Shape;450;p60"/>
          <p:cNvSpPr txBox="1"/>
          <p:nvPr>
            <p:ph idx="4" type="title"/>
          </p:nvPr>
        </p:nvSpPr>
        <p:spPr>
          <a:xfrm rot="-5400000">
            <a:off x="7417450" y="2291400"/>
            <a:ext cx="2906400" cy="56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Mapping the Leaf</a:t>
            </a:r>
            <a:endParaRPr/>
          </a:p>
        </p:txBody>
      </p:sp>
      <p:sp>
        <p:nvSpPr>
          <p:cNvPr id="451" name="Google Shape;451;p60"/>
          <p:cNvSpPr txBox="1"/>
          <p:nvPr>
            <p:ph type="title"/>
          </p:nvPr>
        </p:nvSpPr>
        <p:spPr>
          <a:xfrm>
            <a:off x="228600" y="4076300"/>
            <a:ext cx="8354700" cy="106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4980"/>
              <a:t>Demo Included Separately</a:t>
            </a:r>
            <a:endParaRPr sz="4980"/>
          </a:p>
        </p:txBody>
      </p:sp>
      <p:pic>
        <p:nvPicPr>
          <p:cNvPr descr="Orange, blue, and red abstract ribbon." id="452" name="Google Shape;452;p60"/>
          <p:cNvPicPr preferRelativeResize="0"/>
          <p:nvPr>
            <p:ph idx="2" type="pic"/>
          </p:nvPr>
        </p:nvPicPr>
        <p:blipFill rotWithShape="1">
          <a:blip r:embed="rId3">
            <a:alphaModFix/>
          </a:blip>
          <a:srcRect b="19284" l="0" r="0" t="19284"/>
          <a:stretch/>
        </p:blipFill>
        <p:spPr>
          <a:xfrm>
            <a:off x="0" y="0"/>
            <a:ext cx="8583301" cy="3954601"/>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Portfolio">
  <a:themeElements>
    <a:clrScheme name="Simple Light">
      <a:dk1>
        <a:srgbClr val="000000"/>
      </a:dk1>
      <a:lt1>
        <a:srgbClr val="FFFFFF"/>
      </a:lt1>
      <a:dk2>
        <a:srgbClr val="000000"/>
      </a:dk2>
      <a:lt2>
        <a:srgbClr val="A7BBC0"/>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